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2" r:id="rId4"/>
  </p:sldMasterIdLst>
  <p:notesMasterIdLst>
    <p:notesMasterId r:id="rId19"/>
  </p:notesMasterIdLst>
  <p:handoutMasterIdLst>
    <p:handoutMasterId r:id="rId20"/>
  </p:handoutMasterIdLst>
  <p:sldIdLst>
    <p:sldId id="306" r:id="rId5"/>
    <p:sldId id="310" r:id="rId6"/>
    <p:sldId id="307" r:id="rId7"/>
    <p:sldId id="311" r:id="rId8"/>
    <p:sldId id="312" r:id="rId9"/>
    <p:sldId id="308" r:id="rId10"/>
    <p:sldId id="317" r:id="rId11"/>
    <p:sldId id="313" r:id="rId12"/>
    <p:sldId id="314" r:id="rId13"/>
    <p:sldId id="318" r:id="rId14"/>
    <p:sldId id="315" r:id="rId15"/>
    <p:sldId id="316" r:id="rId16"/>
    <p:sldId id="319" r:id="rId17"/>
    <p:sldId id="309" r:id="rId18"/>
  </p:sldIdLst>
  <p:sldSz cx="12192000" cy="6858000"/>
  <p:notesSz cx="6858000" cy="9144000"/>
  <p:embeddedFontLst>
    <p:embeddedFont>
      <p:font typeface="Red Hat Text" panose="020B0604020202020204" charset="0"/>
      <p:regular r:id="rId21"/>
    </p:embeddedFont>
    <p:embeddedFont>
      <p:font typeface="Roboto Light" panose="02000000000000000000" pitchFamily="2" charset="0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Style moyen 3 - Accentuation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Style moyen 3 - Accentuation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Style foncé 1 - Accentuation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Style foncé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Style foncé 1 - Accentuation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yle foncé 1 - Accentuation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yle foncé 1 - Accentuation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Style foncé 1 - Accentuation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3"/>
    <p:restoredTop sz="96327"/>
  </p:normalViewPr>
  <p:slideViewPr>
    <p:cSldViewPr snapToGrid="0">
      <p:cViewPr varScale="1">
        <p:scale>
          <a:sx n="95" d="100"/>
          <a:sy n="95" d="100"/>
        </p:scale>
        <p:origin x="3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6" d="100"/>
          <a:sy n="126" d="100"/>
        </p:scale>
        <p:origin x="3016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 BOILLAT" userId="65537d44-b716-4cb0-8e12-9a5fa8eadcf3" providerId="ADAL" clId="{B12FF8D7-1554-458D-ACD2-463BD4A88F51}"/>
    <pc:docChg chg="undo custSel addSld modSld sldOrd">
      <pc:chgData name="Luc BOILLAT" userId="65537d44-b716-4cb0-8e12-9a5fa8eadcf3" providerId="ADAL" clId="{B12FF8D7-1554-458D-ACD2-463BD4A88F51}" dt="2026-01-08T14:04:24.945" v="966" actId="20577"/>
      <pc:docMkLst>
        <pc:docMk/>
      </pc:docMkLst>
      <pc:sldChg chg="modSp mod">
        <pc:chgData name="Luc BOILLAT" userId="65537d44-b716-4cb0-8e12-9a5fa8eadcf3" providerId="ADAL" clId="{B12FF8D7-1554-458D-ACD2-463BD4A88F51}" dt="2026-01-08T13:59:55.533" v="874" actId="20577"/>
        <pc:sldMkLst>
          <pc:docMk/>
          <pc:sldMk cId="231529587" sldId="310"/>
        </pc:sldMkLst>
        <pc:spChg chg="mod">
          <ac:chgData name="Luc BOILLAT" userId="65537d44-b716-4cb0-8e12-9a5fa8eadcf3" providerId="ADAL" clId="{B12FF8D7-1554-458D-ACD2-463BD4A88F51}" dt="2026-01-07T10:04:37.928" v="341" actId="20577"/>
          <ac:spMkLst>
            <pc:docMk/>
            <pc:sldMk cId="231529587" sldId="310"/>
            <ac:spMk id="2" creationId="{F5B0F96F-9C2B-AE66-14CA-D24BDAF63AA3}"/>
          </ac:spMkLst>
        </pc:spChg>
        <pc:spChg chg="mod">
          <ac:chgData name="Luc BOILLAT" userId="65537d44-b716-4cb0-8e12-9a5fa8eadcf3" providerId="ADAL" clId="{B12FF8D7-1554-458D-ACD2-463BD4A88F51}" dt="2026-01-08T13:59:55.533" v="874" actId="20577"/>
          <ac:spMkLst>
            <pc:docMk/>
            <pc:sldMk cId="231529587" sldId="310"/>
            <ac:spMk id="4" creationId="{2A3A3331-A20C-F033-3B90-68D6E2C93BE9}"/>
          </ac:spMkLst>
        </pc:spChg>
      </pc:sldChg>
      <pc:sldChg chg="modSp mod">
        <pc:chgData name="Luc BOILLAT" userId="65537d44-b716-4cb0-8e12-9a5fa8eadcf3" providerId="ADAL" clId="{B12FF8D7-1554-458D-ACD2-463BD4A88F51}" dt="2026-01-07T16:58:44.953" v="850" actId="20577"/>
        <pc:sldMkLst>
          <pc:docMk/>
          <pc:sldMk cId="1824804253" sldId="314"/>
        </pc:sldMkLst>
        <pc:spChg chg="mod">
          <ac:chgData name="Luc BOILLAT" userId="65537d44-b716-4cb0-8e12-9a5fa8eadcf3" providerId="ADAL" clId="{B12FF8D7-1554-458D-ACD2-463BD4A88F51}" dt="2026-01-07T16:58:44.953" v="850" actId="20577"/>
          <ac:spMkLst>
            <pc:docMk/>
            <pc:sldMk cId="1824804253" sldId="314"/>
            <ac:spMk id="5" creationId="{0ADF7D83-CE5A-0FFD-CEFF-973846ABA731}"/>
          </ac:spMkLst>
        </pc:spChg>
      </pc:sldChg>
      <pc:sldChg chg="addSp delSp modSp add mod ord">
        <pc:chgData name="Luc BOILLAT" userId="65537d44-b716-4cb0-8e12-9a5fa8eadcf3" providerId="ADAL" clId="{B12FF8D7-1554-458D-ACD2-463BD4A88F51}" dt="2026-01-07T10:16:32.356" v="398" actId="1076"/>
        <pc:sldMkLst>
          <pc:docMk/>
          <pc:sldMk cId="2493898265" sldId="317"/>
        </pc:sldMkLst>
        <pc:spChg chg="mod">
          <ac:chgData name="Luc BOILLAT" userId="65537d44-b716-4cb0-8e12-9a5fa8eadcf3" providerId="ADAL" clId="{B12FF8D7-1554-458D-ACD2-463BD4A88F51}" dt="2026-01-07T10:07:53.690" v="372"/>
          <ac:spMkLst>
            <pc:docMk/>
            <pc:sldMk cId="2493898265" sldId="317"/>
            <ac:spMk id="3" creationId="{47986E40-335F-EFAC-208D-9315C20DD6D1}"/>
          </ac:spMkLst>
        </pc:spChg>
        <pc:spChg chg="add mod">
          <ac:chgData name="Luc BOILLAT" userId="65537d44-b716-4cb0-8e12-9a5fa8eadcf3" providerId="ADAL" clId="{B12FF8D7-1554-458D-ACD2-463BD4A88F51}" dt="2026-01-05T15:46:25.666" v="298" actId="14100"/>
          <ac:spMkLst>
            <pc:docMk/>
            <pc:sldMk cId="2493898265" sldId="317"/>
            <ac:spMk id="5" creationId="{1FC219A2-D7CA-7918-89D0-DD14E27CDD2A}"/>
          </ac:spMkLst>
        </pc:spChg>
        <pc:spChg chg="mod">
          <ac:chgData name="Luc BOILLAT" userId="65537d44-b716-4cb0-8e12-9a5fa8eadcf3" providerId="ADAL" clId="{B12FF8D7-1554-458D-ACD2-463BD4A88F51}" dt="2026-01-07T10:15:57.066" v="388" actId="1076"/>
          <ac:spMkLst>
            <pc:docMk/>
            <pc:sldMk cId="2493898265" sldId="317"/>
            <ac:spMk id="24" creationId="{40796552-3D3C-3AD1-C90D-D71BAF656DF2}"/>
          </ac:spMkLst>
        </pc:spChg>
        <pc:spChg chg="mod">
          <ac:chgData name="Luc BOILLAT" userId="65537d44-b716-4cb0-8e12-9a5fa8eadcf3" providerId="ADAL" clId="{B12FF8D7-1554-458D-ACD2-463BD4A88F51}" dt="2026-01-07T10:16:30.789" v="397" actId="1076"/>
          <ac:spMkLst>
            <pc:docMk/>
            <pc:sldMk cId="2493898265" sldId="317"/>
            <ac:spMk id="60" creationId="{4900B32B-CD0F-74FB-8907-6C743287858F}"/>
          </ac:spMkLst>
        </pc:spChg>
        <pc:spChg chg="mod">
          <ac:chgData name="Luc BOILLAT" userId="65537d44-b716-4cb0-8e12-9a5fa8eadcf3" providerId="ADAL" clId="{B12FF8D7-1554-458D-ACD2-463BD4A88F51}" dt="2026-01-07T10:16:30.789" v="397" actId="1076"/>
          <ac:spMkLst>
            <pc:docMk/>
            <pc:sldMk cId="2493898265" sldId="317"/>
            <ac:spMk id="62" creationId="{12F60AF1-785D-DC68-CBF6-B06DE80D6895}"/>
          </ac:spMkLst>
        </pc:spChg>
        <pc:spChg chg="mod">
          <ac:chgData name="Luc BOILLAT" userId="65537d44-b716-4cb0-8e12-9a5fa8eadcf3" providerId="ADAL" clId="{B12FF8D7-1554-458D-ACD2-463BD4A88F51}" dt="2026-01-07T10:16:30.789" v="397" actId="1076"/>
          <ac:spMkLst>
            <pc:docMk/>
            <pc:sldMk cId="2493898265" sldId="317"/>
            <ac:spMk id="63" creationId="{C8BA912E-1F7A-0FF1-0E7A-9255A0361F4F}"/>
          </ac:spMkLst>
        </pc:spChg>
        <pc:picChg chg="add mod">
          <ac:chgData name="Luc BOILLAT" userId="65537d44-b716-4cb0-8e12-9a5fa8eadcf3" providerId="ADAL" clId="{B12FF8D7-1554-458D-ACD2-463BD4A88F51}" dt="2026-01-07T10:16:32.356" v="398" actId="1076"/>
          <ac:picMkLst>
            <pc:docMk/>
            <pc:sldMk cId="2493898265" sldId="317"/>
            <ac:picMk id="6" creationId="{2DF63369-FADF-14D3-FA73-A0A9B73BC7AB}"/>
          </ac:picMkLst>
        </pc:picChg>
        <pc:picChg chg="add mod">
          <ac:chgData name="Luc BOILLAT" userId="65537d44-b716-4cb0-8e12-9a5fa8eadcf3" providerId="ADAL" clId="{B12FF8D7-1554-458D-ACD2-463BD4A88F51}" dt="2026-01-07T10:08:50.676" v="386" actId="1076"/>
          <ac:picMkLst>
            <pc:docMk/>
            <pc:sldMk cId="2493898265" sldId="317"/>
            <ac:picMk id="8" creationId="{1A8A07F1-2257-3783-C97D-8D007A971003}"/>
          </ac:picMkLst>
        </pc:picChg>
        <pc:picChg chg="add mod modCrop">
          <ac:chgData name="Luc BOILLAT" userId="65537d44-b716-4cb0-8e12-9a5fa8eadcf3" providerId="ADAL" clId="{B12FF8D7-1554-458D-ACD2-463BD4A88F51}" dt="2026-01-07T10:16:30.789" v="397" actId="1076"/>
          <ac:picMkLst>
            <pc:docMk/>
            <pc:sldMk cId="2493898265" sldId="317"/>
            <ac:picMk id="20" creationId="{D73A5399-8C10-FDE8-49AD-8E8B2643AF62}"/>
          </ac:picMkLst>
        </pc:picChg>
        <pc:picChg chg="add mod modCrop">
          <ac:chgData name="Luc BOILLAT" userId="65537d44-b716-4cb0-8e12-9a5fa8eadcf3" providerId="ADAL" clId="{B12FF8D7-1554-458D-ACD2-463BD4A88F51}" dt="2026-01-07T10:16:30.789" v="397" actId="1076"/>
          <ac:picMkLst>
            <pc:docMk/>
            <pc:sldMk cId="2493898265" sldId="317"/>
            <ac:picMk id="28" creationId="{5AF9BA26-B630-CD91-09E4-F4F0317F8E91}"/>
          </ac:picMkLst>
        </pc:picChg>
        <pc:picChg chg="add mod">
          <ac:chgData name="Luc BOILLAT" userId="65537d44-b716-4cb0-8e12-9a5fa8eadcf3" providerId="ADAL" clId="{B12FF8D7-1554-458D-ACD2-463BD4A88F51}" dt="2026-01-07T10:16:30.789" v="397" actId="1076"/>
          <ac:picMkLst>
            <pc:docMk/>
            <pc:sldMk cId="2493898265" sldId="317"/>
            <ac:picMk id="34" creationId="{27A1B8C4-63AE-FD56-2CC4-4673CDFD6377}"/>
          </ac:picMkLst>
        </pc:picChg>
      </pc:sldChg>
      <pc:sldChg chg="addSp delSp modSp add mod">
        <pc:chgData name="Luc BOILLAT" userId="65537d44-b716-4cb0-8e12-9a5fa8eadcf3" providerId="ADAL" clId="{B12FF8D7-1554-458D-ACD2-463BD4A88F51}" dt="2026-01-07T14:05:10.715" v="828" actId="20577"/>
        <pc:sldMkLst>
          <pc:docMk/>
          <pc:sldMk cId="2554362103" sldId="318"/>
        </pc:sldMkLst>
        <pc:spChg chg="add del mod">
          <ac:chgData name="Luc BOILLAT" userId="65537d44-b716-4cb0-8e12-9a5fa8eadcf3" providerId="ADAL" clId="{B12FF8D7-1554-458D-ACD2-463BD4A88F51}" dt="2026-01-07T10:49:59.315" v="495" actId="478"/>
          <ac:spMkLst>
            <pc:docMk/>
            <pc:sldMk cId="2554362103" sldId="318"/>
            <ac:spMk id="3" creationId="{089B9C1F-83E6-59A0-8355-B81E557BA59C}"/>
          </ac:spMkLst>
        </pc:spChg>
        <pc:spChg chg="mod">
          <ac:chgData name="Luc BOILLAT" userId="65537d44-b716-4cb0-8e12-9a5fa8eadcf3" providerId="ADAL" clId="{B12FF8D7-1554-458D-ACD2-463BD4A88F51}" dt="2026-01-07T14:05:10.715" v="828" actId="20577"/>
          <ac:spMkLst>
            <pc:docMk/>
            <pc:sldMk cId="2554362103" sldId="318"/>
            <ac:spMk id="5" creationId="{68C7F884-1591-7F57-FC0A-06CD98E4D63C}"/>
          </ac:spMkLst>
        </pc:spChg>
        <pc:spChg chg="del">
          <ac:chgData name="Luc BOILLAT" userId="65537d44-b716-4cb0-8e12-9a5fa8eadcf3" providerId="ADAL" clId="{B12FF8D7-1554-458D-ACD2-463BD4A88F51}" dt="2026-01-07T13:30:44.785" v="511" actId="478"/>
          <ac:spMkLst>
            <pc:docMk/>
            <pc:sldMk cId="2554362103" sldId="318"/>
            <ac:spMk id="11" creationId="{8F35EE89-689F-FD22-4F37-1B072F6D35BC}"/>
          </ac:spMkLst>
        </pc:spChg>
        <pc:spChg chg="mod">
          <ac:chgData name="Luc BOILLAT" userId="65537d44-b716-4cb0-8e12-9a5fa8eadcf3" providerId="ADAL" clId="{B12FF8D7-1554-458D-ACD2-463BD4A88F51}" dt="2026-01-07T10:20:37.858" v="435"/>
          <ac:spMkLst>
            <pc:docMk/>
            <pc:sldMk cId="2554362103" sldId="318"/>
            <ac:spMk id="247" creationId="{356C8472-5D3C-2252-27BC-2BF86F36034C}"/>
          </ac:spMkLst>
        </pc:spChg>
        <pc:picChg chg="del">
          <ac:chgData name="Luc BOILLAT" userId="65537d44-b716-4cb0-8e12-9a5fa8eadcf3" providerId="ADAL" clId="{B12FF8D7-1554-458D-ACD2-463BD4A88F51}" dt="2026-01-07T10:20:40.616" v="436" actId="478"/>
          <ac:picMkLst>
            <pc:docMk/>
            <pc:sldMk cId="2554362103" sldId="318"/>
            <ac:picMk id="4" creationId="{6718F7E8-31E9-E281-5EC2-B476E13D19F1}"/>
          </ac:picMkLst>
        </pc:picChg>
      </pc:sldChg>
      <pc:sldChg chg="addSp delSp modSp add mod">
        <pc:chgData name="Luc BOILLAT" userId="65537d44-b716-4cb0-8e12-9a5fa8eadcf3" providerId="ADAL" clId="{B12FF8D7-1554-458D-ACD2-463BD4A88F51}" dt="2026-01-08T14:04:24.945" v="966" actId="20577"/>
        <pc:sldMkLst>
          <pc:docMk/>
          <pc:sldMk cId="269946693" sldId="319"/>
        </pc:sldMkLst>
        <pc:spChg chg="del">
          <ac:chgData name="Luc BOILLAT" userId="65537d44-b716-4cb0-8e12-9a5fa8eadcf3" providerId="ADAL" clId="{B12FF8D7-1554-458D-ACD2-463BD4A88F51}" dt="2026-01-08T14:00:12.416" v="876" actId="478"/>
          <ac:spMkLst>
            <pc:docMk/>
            <pc:sldMk cId="269946693" sldId="319"/>
            <ac:spMk id="5" creationId="{5A64A051-2C7F-1898-4890-6BFC8637DC8B}"/>
          </ac:spMkLst>
        </pc:spChg>
        <pc:spChg chg="add mod">
          <ac:chgData name="Luc BOILLAT" userId="65537d44-b716-4cb0-8e12-9a5fa8eadcf3" providerId="ADAL" clId="{B12FF8D7-1554-458D-ACD2-463BD4A88F51}" dt="2026-01-08T14:00:59.408" v="882" actId="1076"/>
          <ac:spMkLst>
            <pc:docMk/>
            <pc:sldMk cId="269946693" sldId="319"/>
            <ac:spMk id="6" creationId="{D6D38A59-8B16-74D5-404F-E2C2C7DE99CF}"/>
          </ac:spMkLst>
        </pc:spChg>
        <pc:spChg chg="add mod">
          <ac:chgData name="Luc BOILLAT" userId="65537d44-b716-4cb0-8e12-9a5fa8eadcf3" providerId="ADAL" clId="{B12FF8D7-1554-458D-ACD2-463BD4A88F51}" dt="2026-01-08T14:00:56.301" v="881" actId="14100"/>
          <ac:spMkLst>
            <pc:docMk/>
            <pc:sldMk cId="269946693" sldId="319"/>
            <ac:spMk id="9" creationId="{2C31E38B-D6F5-F31C-D0FD-B4DEC857FB93}"/>
          </ac:spMkLst>
        </pc:spChg>
        <pc:spChg chg="add mod">
          <ac:chgData name="Luc BOILLAT" userId="65537d44-b716-4cb0-8e12-9a5fa8eadcf3" providerId="ADAL" clId="{B12FF8D7-1554-458D-ACD2-463BD4A88F51}" dt="2026-01-08T14:00:56.301" v="881" actId="14100"/>
          <ac:spMkLst>
            <pc:docMk/>
            <pc:sldMk cId="269946693" sldId="319"/>
            <ac:spMk id="10" creationId="{D508192D-CFED-B8E8-2091-011A41D4E018}"/>
          </ac:spMkLst>
        </pc:spChg>
        <pc:spChg chg="add mod">
          <ac:chgData name="Luc BOILLAT" userId="65537d44-b716-4cb0-8e12-9a5fa8eadcf3" providerId="ADAL" clId="{B12FF8D7-1554-458D-ACD2-463BD4A88F51}" dt="2026-01-08T14:00:56.301" v="881" actId="14100"/>
          <ac:spMkLst>
            <pc:docMk/>
            <pc:sldMk cId="269946693" sldId="319"/>
            <ac:spMk id="11" creationId="{C115F2DE-D5CD-83E0-5456-791EF2A16E7E}"/>
          </ac:spMkLst>
        </pc:spChg>
        <pc:spChg chg="add 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12" creationId="{9FB009C4-4BC7-A970-5F78-BB2A6EF5A142}"/>
          </ac:spMkLst>
        </pc:spChg>
        <pc:spChg chg="add mod">
          <ac:chgData name="Luc BOILLAT" userId="65537d44-b716-4cb0-8e12-9a5fa8eadcf3" providerId="ADAL" clId="{B12FF8D7-1554-458D-ACD2-463BD4A88F51}" dt="2026-01-08T14:01:57.522" v="889" actId="1076"/>
          <ac:spMkLst>
            <pc:docMk/>
            <pc:sldMk cId="269946693" sldId="319"/>
            <ac:spMk id="13" creationId="{54104ED0-3ED7-4075-FA98-AB7A9A16D60B}"/>
          </ac:spMkLst>
        </pc:spChg>
        <pc:spChg chg="mod">
          <ac:chgData name="Luc BOILLAT" userId="65537d44-b716-4cb0-8e12-9a5fa8eadcf3" providerId="ADAL" clId="{B12FF8D7-1554-458D-ACD2-463BD4A88F51}" dt="2026-01-08T14:01:59.891" v="890" actId="1076"/>
          <ac:spMkLst>
            <pc:docMk/>
            <pc:sldMk cId="269946693" sldId="319"/>
            <ac:spMk id="14" creationId="{AD351E3C-30DB-E0C9-6A0F-64331E5F6EED}"/>
          </ac:spMkLst>
        </pc:spChg>
        <pc:spChg chg="mod">
          <ac:chgData name="Luc BOILLAT" userId="65537d44-b716-4cb0-8e12-9a5fa8eadcf3" providerId="ADAL" clId="{B12FF8D7-1554-458D-ACD2-463BD4A88F51}" dt="2026-01-08T14:01:53.335" v="888" actId="1076"/>
          <ac:spMkLst>
            <pc:docMk/>
            <pc:sldMk cId="269946693" sldId="319"/>
            <ac:spMk id="15" creationId="{D5F8143F-9DDE-C309-0148-EDCB0B6A7C5D}"/>
          </ac:spMkLst>
        </pc:spChg>
        <pc:spChg chg="mod">
          <ac:chgData name="Luc BOILLAT" userId="65537d44-b716-4cb0-8e12-9a5fa8eadcf3" providerId="ADAL" clId="{B12FF8D7-1554-458D-ACD2-463BD4A88F51}" dt="2026-01-08T14:01:51.125" v="887" actId="1076"/>
          <ac:spMkLst>
            <pc:docMk/>
            <pc:sldMk cId="269946693" sldId="319"/>
            <ac:spMk id="16" creationId="{6CFC1730-B1A2-6ACA-67D6-41D5B7F4970E}"/>
          </ac:spMkLst>
        </pc:spChg>
        <pc:spChg chg="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17" creationId="{0F0C190F-726D-42AC-3B15-6CDBCBBD51E2}"/>
          </ac:spMkLst>
        </pc:spChg>
        <pc:spChg chg="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18" creationId="{FF2BA5E7-48AD-E3C0-D0F2-B97E469DCC3E}"/>
          </ac:spMkLst>
        </pc:spChg>
        <pc:spChg chg="add 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19" creationId="{CEC78BF6-34C8-5BE7-1A16-B48222C49A9B}"/>
          </ac:spMkLst>
        </pc:spChg>
        <pc:spChg chg="add 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20" creationId="{16F35E9D-6BE2-EB0A-3570-BB86374B364C}"/>
          </ac:spMkLst>
        </pc:spChg>
        <pc:spChg chg="add 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21" creationId="{9878F43C-3269-8B18-75C0-2FCDC65CAC80}"/>
          </ac:spMkLst>
        </pc:spChg>
        <pc:spChg chg="add 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22" creationId="{02F29272-DA15-8C21-A862-ED81598434BE}"/>
          </ac:spMkLst>
        </pc:spChg>
        <pc:spChg chg="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23" creationId="{666E283B-CFF0-43AD-2D87-70F3854C26A2}"/>
          </ac:spMkLst>
        </pc:spChg>
        <pc:spChg chg="mod">
          <ac:chgData name="Luc BOILLAT" userId="65537d44-b716-4cb0-8e12-9a5fa8eadcf3" providerId="ADAL" clId="{B12FF8D7-1554-458D-ACD2-463BD4A88F51}" dt="2026-01-08T14:01:46.837" v="886" actId="1076"/>
          <ac:spMkLst>
            <pc:docMk/>
            <pc:sldMk cId="269946693" sldId="319"/>
            <ac:spMk id="24" creationId="{41467655-28CE-ACC7-6CC8-75FE270DBD8A}"/>
          </ac:spMkLst>
        </pc:spChg>
        <pc:spChg chg="mod">
          <ac:chgData name="Luc BOILLAT" userId="65537d44-b716-4cb0-8e12-9a5fa8eadcf3" providerId="ADAL" clId="{B12FF8D7-1554-458D-ACD2-463BD4A88F51}" dt="2026-01-08T14:02:04.618" v="891" actId="1076"/>
          <ac:spMkLst>
            <pc:docMk/>
            <pc:sldMk cId="269946693" sldId="319"/>
            <ac:spMk id="25" creationId="{4358A8A8-BE48-E3D3-8C6D-6295140F5D44}"/>
          </ac:spMkLst>
        </pc:spChg>
        <pc:spChg chg="mod">
          <ac:chgData name="Luc BOILLAT" userId="65537d44-b716-4cb0-8e12-9a5fa8eadcf3" providerId="ADAL" clId="{B12FF8D7-1554-458D-ACD2-463BD4A88F51}" dt="2026-01-08T14:02:04.618" v="891" actId="1076"/>
          <ac:spMkLst>
            <pc:docMk/>
            <pc:sldMk cId="269946693" sldId="319"/>
            <ac:spMk id="26" creationId="{70D8BA9F-4812-13D6-890F-3DEC81675CF8}"/>
          </ac:spMkLst>
        </pc:spChg>
        <pc:spChg chg="add mod">
          <ac:chgData name="Luc BOILLAT" userId="65537d44-b716-4cb0-8e12-9a5fa8eadcf3" providerId="ADAL" clId="{B12FF8D7-1554-458D-ACD2-463BD4A88F51}" dt="2026-01-08T14:02:39.390" v="899" actId="14100"/>
          <ac:spMkLst>
            <pc:docMk/>
            <pc:sldMk cId="269946693" sldId="319"/>
            <ac:spMk id="27" creationId="{129E51FF-1C0B-05F2-E01F-F0BBEEBE7396}"/>
          </ac:spMkLst>
        </pc:spChg>
        <pc:spChg chg="add mod">
          <ac:chgData name="Luc BOILLAT" userId="65537d44-b716-4cb0-8e12-9a5fa8eadcf3" providerId="ADAL" clId="{B12FF8D7-1554-458D-ACD2-463BD4A88F51}" dt="2026-01-08T14:02:19.567" v="895" actId="20577"/>
          <ac:spMkLst>
            <pc:docMk/>
            <pc:sldMk cId="269946693" sldId="319"/>
            <ac:spMk id="28" creationId="{90CA54AC-FA28-13BA-A545-313D33706E7B}"/>
          </ac:spMkLst>
        </pc:spChg>
        <pc:spChg chg="add mod">
          <ac:chgData name="Luc BOILLAT" userId="65537d44-b716-4cb0-8e12-9a5fa8eadcf3" providerId="ADAL" clId="{B12FF8D7-1554-458D-ACD2-463BD4A88F51}" dt="2026-01-08T14:02:13.742" v="893" actId="1076"/>
          <ac:spMkLst>
            <pc:docMk/>
            <pc:sldMk cId="269946693" sldId="319"/>
            <ac:spMk id="29" creationId="{006DF5B4-5318-57F4-1D07-C1307FE99CD6}"/>
          </ac:spMkLst>
        </pc:spChg>
        <pc:spChg chg="add mod">
          <ac:chgData name="Luc BOILLAT" userId="65537d44-b716-4cb0-8e12-9a5fa8eadcf3" providerId="ADAL" clId="{B12FF8D7-1554-458D-ACD2-463BD4A88F51}" dt="2026-01-08T14:04:24.945" v="966" actId="20577"/>
          <ac:spMkLst>
            <pc:docMk/>
            <pc:sldMk cId="269946693" sldId="319"/>
            <ac:spMk id="30" creationId="{E66BA335-F493-EC08-3D05-23774108791D}"/>
          </ac:spMkLst>
        </pc:spChg>
        <pc:spChg chg="add mod ord">
          <ac:chgData name="Luc BOILLAT" userId="65537d44-b716-4cb0-8e12-9a5fa8eadcf3" providerId="ADAL" clId="{B12FF8D7-1554-458D-ACD2-463BD4A88F51}" dt="2026-01-08T14:02:34.730" v="898" actId="167"/>
          <ac:spMkLst>
            <pc:docMk/>
            <pc:sldMk cId="269946693" sldId="319"/>
            <ac:spMk id="31" creationId="{4E38530C-5298-6BCE-41CC-0F6E177BA9B1}"/>
          </ac:spMkLst>
        </pc:spChg>
        <pc:cxnChg chg="add del">
          <ac:chgData name="Luc BOILLAT" userId="65537d44-b716-4cb0-8e12-9a5fa8eadcf3" providerId="ADAL" clId="{B12FF8D7-1554-458D-ACD2-463BD4A88F51}" dt="2026-01-08T14:00:49.789" v="878" actId="478"/>
          <ac:cxnSpMkLst>
            <pc:docMk/>
            <pc:sldMk cId="269946693" sldId="319"/>
            <ac:cxnSpMk id="4" creationId="{41A83528-F1FC-1774-7E23-3090651964C4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62120E17-4846-0B4D-EF33-C06C70C8DB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B0CE17C-8605-BCFD-FC22-7136AC0C46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2D0B6-73C2-884B-BB63-6161544AC940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29301F-DEEC-444D-39A0-4D54C97F9F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D08552F-DD3E-AECE-545F-42B90C8343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01AD8-18CA-0B46-8ED9-10BCD45E6AF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6507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C09A5-BC6F-B940-8582-BF3E554877C2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CE7C28-2AEF-DF49-86D2-2220582179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253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01_Presenta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004DF4A-F030-A8C2-375B-B6F7D5086A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" r="666"/>
          <a:stretch/>
        </p:blipFill>
        <p:spPr>
          <a:xfrm>
            <a:off x="-39215" y="-73512"/>
            <a:ext cx="12244597" cy="69771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2080888-8551-6229-3290-EC4A59AD69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8438" y="-65988"/>
            <a:ext cx="6903562" cy="4835951"/>
          </a:xfrm>
        </p:spPr>
        <p:txBody>
          <a:bodyPr tIns="0" bIns="0" anchor="ctr">
            <a:noAutofit/>
          </a:bodyPr>
          <a:lstStyle>
            <a:lvl1pPr algn="ctr">
              <a:lnSpc>
                <a:spcPct val="100000"/>
              </a:lnSpc>
              <a:defRPr sz="5000" b="0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noProof="0" dirty="0"/>
              <a:t>PRESENTATION</a:t>
            </a:r>
            <a:br>
              <a:rPr lang="fr-FR" dirty="0"/>
            </a:br>
            <a:r>
              <a:rPr lang="fr-FR" dirty="0"/>
              <a:t>TITLE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7B34C53-560B-8A91-2192-E732EE6A9C0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55422" y="6422459"/>
            <a:ext cx="2677213" cy="326076"/>
          </a:xfrm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accent2"/>
                </a:solidFill>
              </a:defRPr>
            </a:lvl1pPr>
            <a:lvl2pPr marL="301846" indent="0">
              <a:buNone/>
              <a:defRPr sz="1320" b="1"/>
            </a:lvl2pPr>
            <a:lvl3pPr marL="603692" indent="0">
              <a:buNone/>
              <a:defRPr sz="1189" b="1"/>
            </a:lvl3pPr>
            <a:lvl4pPr marL="905539" indent="0">
              <a:buNone/>
              <a:defRPr sz="1056" b="1"/>
            </a:lvl4pPr>
            <a:lvl5pPr marL="1207384" indent="0">
              <a:buNone/>
              <a:defRPr sz="1056" b="1"/>
            </a:lvl5pPr>
            <a:lvl6pPr marL="1509231" indent="0">
              <a:buNone/>
              <a:defRPr sz="1056" b="1"/>
            </a:lvl6pPr>
            <a:lvl7pPr marL="1811076" indent="0">
              <a:buNone/>
              <a:defRPr sz="1056" b="1"/>
            </a:lvl7pPr>
            <a:lvl8pPr marL="2112923" indent="0">
              <a:buNone/>
              <a:defRPr sz="1056" b="1"/>
            </a:lvl8pPr>
            <a:lvl9pPr marL="2414769" indent="0">
              <a:buNone/>
              <a:defRPr sz="1056" b="1"/>
            </a:lvl9pPr>
          </a:lstStyle>
          <a:p>
            <a:pPr lvl="0"/>
            <a:r>
              <a:rPr lang="en-GB" noProof="0" dirty="0"/>
              <a:t>Presentation</a:t>
            </a:r>
            <a:r>
              <a:rPr lang="fr-FR" dirty="0"/>
              <a:t> </a:t>
            </a:r>
            <a:r>
              <a:rPr lang="en-GB" noProof="0" dirty="0"/>
              <a:t>date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03FEDA2-6CFA-C3B6-0575-8F9D8FAB25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79385" y="5428338"/>
            <a:ext cx="2522455" cy="10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519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02_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375C501-4567-FE9A-2F81-1E648ED97C71}"/>
              </a:ext>
            </a:extLst>
          </p:cNvPr>
          <p:cNvSpPr/>
          <p:nvPr userDrawn="1"/>
        </p:nvSpPr>
        <p:spPr>
          <a:xfrm>
            <a:off x="-17101" y="-9000"/>
            <a:ext cx="385696" cy="6876000"/>
          </a:xfrm>
          <a:prstGeom prst="rect">
            <a:avLst/>
          </a:prstGeom>
          <a:gradFill>
            <a:gsLst>
              <a:gs pos="39000">
                <a:schemeClr val="accent5"/>
              </a:gs>
              <a:gs pos="0">
                <a:schemeClr val="bg1"/>
              </a:gs>
              <a:gs pos="69000">
                <a:schemeClr val="accent4"/>
              </a:gs>
              <a:gs pos="100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2FA402F9-38CC-5AAF-1EBE-5D1A725C0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717073" y="6202372"/>
            <a:ext cx="362487" cy="495575"/>
          </a:xfrm>
          <a:prstGeom prst="rect">
            <a:avLst/>
          </a:prstGeom>
        </p:spPr>
      </p:pic>
      <p:sp>
        <p:nvSpPr>
          <p:cNvPr id="4" name="Espace réservé du numéro de diapositive 51">
            <a:extLst>
              <a:ext uri="{FF2B5EF4-FFF2-40B4-BE49-F238E27FC236}">
                <a16:creationId xmlns:a16="http://schemas.microsoft.com/office/drawing/2014/main" id="{B20F577C-B615-E721-FFB4-7AAA12BD5F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89475" y="6646523"/>
            <a:ext cx="464807" cy="209550"/>
          </a:xfrm>
          <a:prstGeom prst="rect">
            <a:avLst/>
          </a:prstGeom>
        </p:spPr>
        <p:txBody>
          <a:bodyPr/>
          <a:lstStyle>
            <a:lvl1pPr algn="r">
              <a:lnSpc>
                <a:spcPts val="860"/>
              </a:lnSpc>
              <a:defRPr sz="800">
                <a:solidFill>
                  <a:schemeClr val="accent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20BBD-5426-C217-3766-F96D9F6BF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3637" y="275092"/>
            <a:ext cx="10729630" cy="74939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22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CHAPTER</a:t>
            </a:r>
            <a:br>
              <a:rPr lang="fr-FR" dirty="0"/>
            </a:br>
            <a:r>
              <a:rPr lang="fr-FR" dirty="0"/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0581F-03E5-E21E-DAF2-8D00E9B6E60D}"/>
              </a:ext>
            </a:extLst>
          </p:cNvPr>
          <p:cNvSpPr/>
          <p:nvPr userDrawn="1"/>
        </p:nvSpPr>
        <p:spPr>
          <a:xfrm>
            <a:off x="-17101" y="405864"/>
            <a:ext cx="956666" cy="1704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BCD4A6-DAF0-13E8-E0D3-2741E3546608}"/>
              </a:ext>
            </a:extLst>
          </p:cNvPr>
          <p:cNvSpPr/>
          <p:nvPr userDrawn="1"/>
        </p:nvSpPr>
        <p:spPr>
          <a:xfrm>
            <a:off x="-17101" y="748743"/>
            <a:ext cx="626701" cy="1704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2"/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DA8E7ED7-3338-05F2-809F-45C14294D5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113" y="1143000"/>
            <a:ext cx="11223625" cy="5059363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/>
            </a:lvl1pPr>
            <a:lvl2pPr>
              <a:spcBef>
                <a:spcPts val="0"/>
              </a:spcBef>
              <a:spcAft>
                <a:spcPts val="0"/>
              </a:spcAft>
              <a:defRPr/>
            </a:lvl2pPr>
            <a:lvl3pPr>
              <a:spcBef>
                <a:spcPts val="0"/>
              </a:spcBef>
              <a:spcAft>
                <a:spcPts val="0"/>
              </a:spcAft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noProof="0" dirty="0"/>
              <a:t>Click </a:t>
            </a:r>
            <a:r>
              <a:rPr lang="en-GB" noProof="0" dirty="0">
                <a:effectLst/>
                <a:latin typeface="Calibri" panose="020F0502020204030204" pitchFamily="34" charset="0"/>
              </a:rPr>
              <a:t>to add text</a:t>
            </a:r>
            <a:endParaRPr lang="en-GB" noProof="0" dirty="0"/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B2DFB3C-A863-BEAB-A22C-7EC47EE60B96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19114" y="6290654"/>
            <a:ext cx="11170362" cy="31900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accent3"/>
              </a:buClr>
              <a:buSzPct val="120000"/>
              <a:buFont typeface="Courier New" panose="02070309020205020404" pitchFamily="49" charset="0"/>
              <a:buNone/>
              <a:defRPr sz="8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01846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603692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905539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207384" indent="0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1509231" indent="0">
              <a:buNone/>
              <a:defRPr sz="1056">
                <a:solidFill>
                  <a:schemeClr val="tx1">
                    <a:tint val="75000"/>
                  </a:schemeClr>
                </a:solidFill>
              </a:defRPr>
            </a:lvl6pPr>
            <a:lvl7pPr marL="1811076" indent="0">
              <a:buNone/>
              <a:defRPr sz="1056">
                <a:solidFill>
                  <a:schemeClr val="tx1">
                    <a:tint val="75000"/>
                  </a:schemeClr>
                </a:solidFill>
              </a:defRPr>
            </a:lvl7pPr>
            <a:lvl8pPr marL="2112923" indent="0">
              <a:buNone/>
              <a:defRPr sz="1056">
                <a:solidFill>
                  <a:schemeClr val="tx1">
                    <a:tint val="75000"/>
                  </a:schemeClr>
                </a:solidFill>
              </a:defRPr>
            </a:lvl8pPr>
            <a:lvl9pPr marL="2414769" indent="0">
              <a:buNone/>
              <a:defRPr sz="10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6036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None/>
              <a:tabLst/>
              <a:defRPr/>
            </a:pPr>
            <a:r>
              <a:rPr lang="en-GB" noProof="0" dirty="0"/>
              <a:t>Notes/Sources</a:t>
            </a:r>
          </a:p>
        </p:txBody>
      </p:sp>
    </p:spTree>
    <p:extLst>
      <p:ext uri="{BB962C8B-B14F-4D97-AF65-F5344CB8AC3E}">
        <p14:creationId xmlns:p14="http://schemas.microsoft.com/office/powerpoint/2010/main" val="158247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03_Intermediate Title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25E8ED12-B743-F6F9-EB17-2E8E1BBA3A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" r="666"/>
          <a:stretch/>
        </p:blipFill>
        <p:spPr>
          <a:xfrm>
            <a:off x="-39215" y="-73512"/>
            <a:ext cx="12244597" cy="69771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2080888-8551-6229-3290-EC4A59AD69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88438" y="-65988"/>
            <a:ext cx="6903562" cy="4835951"/>
          </a:xfrm>
        </p:spPr>
        <p:txBody>
          <a:bodyPr tIns="0" bIns="0" anchor="ctr">
            <a:noAutofit/>
          </a:bodyPr>
          <a:lstStyle>
            <a:lvl1pPr algn="ctr">
              <a:lnSpc>
                <a:spcPct val="100000"/>
              </a:lnSpc>
              <a:defRPr sz="5000" b="0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fr-FR" dirty="0"/>
              <a:t>TITLE</a:t>
            </a:r>
            <a:br>
              <a:rPr lang="fr-FR" dirty="0"/>
            </a:br>
            <a:r>
              <a:rPr lang="en-GB" noProof="0" dirty="0"/>
              <a:t>INTERMEDIATE</a:t>
            </a:r>
            <a:r>
              <a:rPr lang="fr-FR" dirty="0"/>
              <a:t> PAGE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603FEDA2-6CFA-C3B6-0575-8F9D8FAB25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79385" y="5428338"/>
            <a:ext cx="2522455" cy="10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16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04_Thank you for your attention (1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25E8ED12-B743-F6F9-EB17-2E8E1BBA3A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" r="666"/>
          <a:stretch/>
        </p:blipFill>
        <p:spPr>
          <a:xfrm>
            <a:off x="-39215" y="-73512"/>
            <a:ext cx="12244597" cy="69771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03FEDA2-6CFA-C3B6-0575-8F9D8FAB25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79385" y="5428338"/>
            <a:ext cx="2522455" cy="10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04_Thank you for your attention (2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25E8ED12-B743-F6F9-EB17-2E8E1BBA3A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66" r="666"/>
          <a:stretch/>
        </p:blipFill>
        <p:spPr>
          <a:xfrm>
            <a:off x="-39215" y="-73512"/>
            <a:ext cx="12244597" cy="697715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603FEDA2-6CFA-C3B6-0575-8F9D8FAB25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79385" y="5428338"/>
            <a:ext cx="2522455" cy="1051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54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9" y="410368"/>
            <a:ext cx="66855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Change </a:t>
            </a:r>
            <a:r>
              <a:rPr lang="en-GB" noProof="0" dirty="0"/>
              <a:t>the</a:t>
            </a:r>
            <a:r>
              <a:rPr lang="fr-FR" dirty="0"/>
              <a:t> </a:t>
            </a:r>
            <a:r>
              <a:rPr lang="fr-FR" dirty="0" err="1"/>
              <a:t>title</a:t>
            </a:r>
            <a:r>
              <a:rPr lang="fr-FR" dirty="0"/>
              <a:t>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noProof="0" dirty="0"/>
              <a:t>Click to change mask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7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5B15D-12B0-4445-B4E5-7328FBE5CD58}" type="slidenum">
              <a:rPr lang="en-GB" noProof="0" smtClean="0"/>
              <a:t>‹N°›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3435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02" r:id="rId2"/>
    <p:sldLayoutId id="2147483705" r:id="rId3"/>
    <p:sldLayoutId id="2147483706" r:id="rId4"/>
    <p:sldLayoutId id="2147483712" r:id="rId5"/>
  </p:sldLayoutIdLst>
  <p:hf hdr="0" ftr="0" dt="0"/>
  <p:txStyles>
    <p:titleStyle>
      <a:lvl1pPr algn="l" defTabSz="603692" rtl="0" eaLnBrk="1" latinLnBrk="0" hangingPunct="1">
        <a:lnSpc>
          <a:spcPts val="3086"/>
        </a:lnSpc>
        <a:spcBef>
          <a:spcPct val="0"/>
        </a:spcBef>
        <a:buNone/>
        <a:defRPr sz="2905" b="1" i="0" kern="1200">
          <a:solidFill>
            <a:schemeClr val="bg1">
              <a:lumMod val="50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50923" indent="-150923" algn="l" defTabSz="603692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452770" indent="-150923" algn="l" defTabSz="603692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754615" indent="-150923" algn="l" defTabSz="603692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056462" indent="-150923" algn="l" defTabSz="603692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358307" indent="-150923" algn="l" defTabSz="603692" rtl="0" eaLnBrk="1" latinLnBrk="0" hangingPunct="1">
        <a:lnSpc>
          <a:spcPct val="100000"/>
        </a:lnSpc>
        <a:spcBef>
          <a:spcPts val="0"/>
        </a:spcBef>
        <a:buClr>
          <a:schemeClr val="bg1"/>
        </a:buClr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660154" indent="-150923" algn="l" defTabSz="60369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6pPr>
      <a:lvl7pPr marL="1962001" indent="-150923" algn="l" defTabSz="60369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7pPr>
      <a:lvl8pPr marL="2263845" indent="-150923" algn="l" defTabSz="60369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8pPr>
      <a:lvl9pPr marL="2565692" indent="-150923" algn="l" defTabSz="603692" rtl="0" eaLnBrk="1" latinLnBrk="0" hangingPunct="1">
        <a:lnSpc>
          <a:spcPct val="90000"/>
        </a:lnSpc>
        <a:spcBef>
          <a:spcPts val="330"/>
        </a:spcBef>
        <a:buFont typeface="Arial" panose="020B0604020202020204" pitchFamily="34" charset="0"/>
        <a:buChar char="•"/>
        <a:defRPr sz="11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1pPr>
      <a:lvl2pPr marL="301846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2pPr>
      <a:lvl3pPr marL="603692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3pPr>
      <a:lvl4pPr marL="905539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4pPr>
      <a:lvl5pPr marL="1207384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5pPr>
      <a:lvl6pPr marL="1509231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6pPr>
      <a:lvl7pPr marL="1811076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7pPr>
      <a:lvl8pPr marL="2112923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8pPr>
      <a:lvl9pPr marL="2414769" algn="l" defTabSz="603692" rtl="0" eaLnBrk="1" latinLnBrk="0" hangingPunct="1">
        <a:defRPr sz="118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emf"/><Relationship Id="rId7" Type="http://schemas.openxmlformats.org/officeDocument/2006/relationships/image" Target="../media/image17.jpeg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11" Type="http://schemas.openxmlformats.org/officeDocument/2006/relationships/image" Target="../media/image21.png"/><Relationship Id="rId5" Type="http://schemas.openxmlformats.org/officeDocument/2006/relationships/image" Target="../media/image15.emf"/><Relationship Id="rId10" Type="http://schemas.openxmlformats.org/officeDocument/2006/relationships/image" Target="../media/image20.png"/><Relationship Id="rId4" Type="http://schemas.openxmlformats.org/officeDocument/2006/relationships/image" Target="../media/image14.emf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emf"/><Relationship Id="rId7" Type="http://schemas.openxmlformats.org/officeDocument/2006/relationships/image" Target="../media/image23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19.png"/><Relationship Id="rId10" Type="http://schemas.microsoft.com/office/2007/relationships/hdphoto" Target="../media/hdphoto1.wdp"/><Relationship Id="rId4" Type="http://schemas.openxmlformats.org/officeDocument/2006/relationships/image" Target="../media/image15.emf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4.emf"/><Relationship Id="rId7" Type="http://schemas.openxmlformats.org/officeDocument/2006/relationships/image" Target="../media/image23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9.png"/><Relationship Id="rId10" Type="http://schemas.openxmlformats.org/officeDocument/2006/relationships/image" Target="../media/image34.png"/><Relationship Id="rId4" Type="http://schemas.openxmlformats.org/officeDocument/2006/relationships/image" Target="../media/image15.emf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0FF009-4519-AC57-C009-CEAC9E340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HI² </a:t>
            </a:r>
            <a:r>
              <a:rPr lang="fr-FR" dirty="0" err="1"/>
              <a:t>Hypervisor</a:t>
            </a:r>
            <a:r>
              <a:rPr lang="fr-FR" dirty="0"/>
              <a:t> international /In-House</a:t>
            </a:r>
            <a:endParaRPr lang="en-GB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D0041A-8D53-0164-1E6F-965D57F60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28/11/2025</a:t>
            </a:r>
          </a:p>
        </p:txBody>
      </p:sp>
    </p:spTree>
    <p:extLst>
      <p:ext uri="{BB962C8B-B14F-4D97-AF65-F5344CB8AC3E}">
        <p14:creationId xmlns:p14="http://schemas.microsoft.com/office/powerpoint/2010/main" val="63221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AD67-C6F2-9AF4-FFD5-A8ED1C1D5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B0F96F-9C2B-AE66-14CA-D24BDAF6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1077" y="1414732"/>
            <a:ext cx="5986733" cy="159286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Hardware architecture</a:t>
            </a:r>
            <a:br>
              <a:rPr lang="en-GB" sz="1800" dirty="0"/>
            </a:br>
            <a:r>
              <a:rPr lang="en-GB" sz="1200" dirty="0"/>
              <a:t>Current situation in Italy</a:t>
            </a:r>
            <a:br>
              <a:rPr lang="en-GB" sz="1200" dirty="0"/>
            </a:br>
            <a:r>
              <a:rPr lang="en-GB" sz="1200" dirty="0"/>
              <a:t>Current situation in France</a:t>
            </a:r>
            <a:endParaRPr lang="en-GB" sz="18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B1579811-136C-1008-3577-BE8B2026C01D}"/>
              </a:ext>
            </a:extLst>
          </p:cNvPr>
          <p:cNvSpPr txBox="1">
            <a:spLocks/>
          </p:cNvSpPr>
          <p:nvPr/>
        </p:nvSpPr>
        <p:spPr>
          <a:xfrm>
            <a:off x="7070783" y="394015"/>
            <a:ext cx="4195313" cy="1158740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ctr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000" b="0" i="0" kern="1200">
                <a:solidFill>
                  <a:schemeClr val="bg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Overview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2A3A3331-A20C-F033-3B90-68D6E2C93BE9}"/>
              </a:ext>
            </a:extLst>
          </p:cNvPr>
          <p:cNvSpPr txBox="1">
            <a:spLocks/>
          </p:cNvSpPr>
          <p:nvPr/>
        </p:nvSpPr>
        <p:spPr>
          <a:xfrm>
            <a:off x="7341076" y="2435449"/>
            <a:ext cx="5986733" cy="1592863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lvl1pPr algn="ctr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000" b="0" i="0" kern="1200">
                <a:solidFill>
                  <a:schemeClr val="bg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/>
              <a:t>HI²</a:t>
            </a:r>
            <a:br>
              <a:rPr lang="en-GB" sz="1800" dirty="0"/>
            </a:br>
            <a:r>
              <a:rPr lang="fr-FR" sz="1200" dirty="0" err="1"/>
              <a:t>Benefits</a:t>
            </a:r>
            <a:r>
              <a:rPr lang="fr-FR" sz="1200" dirty="0"/>
              <a:t> </a:t>
            </a:r>
          </a:p>
          <a:p>
            <a:pPr algn="l"/>
            <a:r>
              <a:rPr lang="en-GB" sz="1200" dirty="0"/>
              <a:t>        In Italy</a:t>
            </a:r>
          </a:p>
          <a:p>
            <a:pPr algn="l"/>
            <a:r>
              <a:rPr lang="en-GB" sz="1200" dirty="0"/>
              <a:t>        </a:t>
            </a:r>
            <a:r>
              <a:rPr lang="fr-FR" sz="1200" dirty="0" err="1"/>
              <a:t>deployment</a:t>
            </a:r>
            <a:r>
              <a:rPr lang="fr-FR" sz="1200" dirty="0"/>
              <a:t> to production</a:t>
            </a:r>
            <a:br>
              <a:rPr lang="en-GB" sz="1200" dirty="0"/>
            </a:br>
            <a:r>
              <a:rPr lang="en-GB" sz="1200" dirty="0"/>
              <a:t>        Adaptation to France</a:t>
            </a:r>
          </a:p>
          <a:p>
            <a:pPr algn="l"/>
            <a:r>
              <a:rPr lang="en-GB" sz="1200" dirty="0"/>
              <a:t>        Planning </a:t>
            </a:r>
            <a:r>
              <a:rPr lang="en-GB" sz="1200" dirty="0" err="1"/>
              <a:t>previw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31529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294233C-836E-3EB9-090A-D17C2D38B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6B3375B-B311-FADF-7797-749AD49D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Hardware architecture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2134671F-0C8F-A0C8-E2AB-DB649702AFCF}"/>
              </a:ext>
            </a:extLst>
          </p:cNvPr>
          <p:cNvGrpSpPr/>
          <p:nvPr/>
        </p:nvGrpSpPr>
        <p:grpSpPr>
          <a:xfrm>
            <a:off x="7210335" y="3339245"/>
            <a:ext cx="3952246" cy="3556745"/>
            <a:chOff x="6727256" y="2804408"/>
            <a:chExt cx="3952246" cy="3556745"/>
          </a:xfrm>
        </p:grpSpPr>
        <p:pic>
          <p:nvPicPr>
            <p:cNvPr id="1026" name="Picture 2" descr="Thytronic">
              <a:extLst>
                <a:ext uri="{FF2B5EF4-FFF2-40B4-BE49-F238E27FC236}">
                  <a16:creationId xmlns:a16="http://schemas.microsoft.com/office/drawing/2014/main" id="{A39A2420-2CF5-4E37-05EF-E7AF35EE4A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7256" y="2930594"/>
              <a:ext cx="1434681" cy="1122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ircuit breaker icon isolated design element eps10 – Royalty-Free Vector |  VectorStock">
              <a:extLst>
                <a:ext uri="{FF2B5EF4-FFF2-40B4-BE49-F238E27FC236}">
                  <a16:creationId xmlns:a16="http://schemas.microsoft.com/office/drawing/2014/main" id="{186FAD7D-A894-4126-7AF6-0F80FA3B240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38" t="21725" r="27399" b="15436"/>
            <a:stretch>
              <a:fillRect/>
            </a:stretch>
          </p:blipFill>
          <p:spPr bwMode="auto">
            <a:xfrm>
              <a:off x="7280694" y="4234952"/>
              <a:ext cx="672860" cy="1002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E15E9E3-934D-6819-45C0-ECA31D243C5F}"/>
                </a:ext>
              </a:extLst>
            </p:cNvPr>
            <p:cNvSpPr/>
            <p:nvPr/>
          </p:nvSpPr>
          <p:spPr>
            <a:xfrm>
              <a:off x="6821610" y="2804408"/>
              <a:ext cx="3857892" cy="261475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" name="Picture 6" descr="Circuit breaker icon isolated design element eps10 – Royalty-Free Vector |  VectorStock">
              <a:extLst>
                <a:ext uri="{FF2B5EF4-FFF2-40B4-BE49-F238E27FC236}">
                  <a16:creationId xmlns:a16="http://schemas.microsoft.com/office/drawing/2014/main" id="{454A5FD0-5D18-0938-AD4F-FEE2D2F008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38" t="21725" r="27399" b="15436"/>
            <a:stretch>
              <a:fillRect/>
            </a:stretch>
          </p:blipFill>
          <p:spPr bwMode="auto">
            <a:xfrm>
              <a:off x="8502770" y="4234952"/>
              <a:ext cx="672860" cy="1002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6" descr="Circuit breaker icon isolated design element eps10 – Royalty-Free Vector |  VectorStock">
              <a:extLst>
                <a:ext uri="{FF2B5EF4-FFF2-40B4-BE49-F238E27FC236}">
                  <a16:creationId xmlns:a16="http://schemas.microsoft.com/office/drawing/2014/main" id="{D07814B8-DAA1-954E-F0A4-6CE3DBBE49A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38" t="21725" r="27399" b="15436"/>
            <a:stretch>
              <a:fillRect/>
            </a:stretch>
          </p:blipFill>
          <p:spPr bwMode="auto">
            <a:xfrm>
              <a:off x="9724846" y="4234952"/>
              <a:ext cx="672860" cy="1002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Thytronic">
              <a:extLst>
                <a:ext uri="{FF2B5EF4-FFF2-40B4-BE49-F238E27FC236}">
                  <a16:creationId xmlns:a16="http://schemas.microsoft.com/office/drawing/2014/main" id="{729FDD91-2816-49ED-D20A-A4F11E2C4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1443" y="2958182"/>
              <a:ext cx="1434681" cy="1122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 descr="Thytronic">
              <a:extLst>
                <a:ext uri="{FF2B5EF4-FFF2-40B4-BE49-F238E27FC236}">
                  <a16:creationId xmlns:a16="http://schemas.microsoft.com/office/drawing/2014/main" id="{65E3E7E5-9132-1103-3FD3-1BBC2065A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5630" y="2930593"/>
              <a:ext cx="1434681" cy="1122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12DC18D-5D27-9C76-181B-8BA93A8B6360}"/>
                </a:ext>
              </a:extLst>
            </p:cNvPr>
            <p:cNvSpPr txBox="1"/>
            <p:nvPr/>
          </p:nvSpPr>
          <p:spPr>
            <a:xfrm>
              <a:off x="7697637" y="5446753"/>
              <a:ext cx="914400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Autofit/>
            </a:bodyPr>
            <a:lstStyle/>
            <a:p>
              <a:pPr algn="l"/>
              <a:r>
                <a:rPr lang="fr-FR" sz="1600" dirty="0">
                  <a:solidFill>
                    <a:schemeClr val="bg1"/>
                  </a:solidFill>
                </a:rPr>
                <a:t>Plant</a:t>
              </a: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B3AC9456-1B85-F09C-EF27-2B4FF3409FE7}"/>
              </a:ext>
            </a:extLst>
          </p:cNvPr>
          <p:cNvSpPr txBox="1"/>
          <p:nvPr/>
        </p:nvSpPr>
        <p:spPr>
          <a:xfrm>
            <a:off x="7643003" y="567816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Circuit breaker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874D2B7-8E11-C53B-7372-473D692041C6}"/>
              </a:ext>
            </a:extLst>
          </p:cNvPr>
          <p:cNvSpPr txBox="1"/>
          <p:nvPr/>
        </p:nvSpPr>
        <p:spPr>
          <a:xfrm>
            <a:off x="8865079" y="567816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Circuit breaker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5942839-00B6-D727-FAAA-9329D918B2CF}"/>
              </a:ext>
            </a:extLst>
          </p:cNvPr>
          <p:cNvSpPr txBox="1"/>
          <p:nvPr/>
        </p:nvSpPr>
        <p:spPr>
          <a:xfrm>
            <a:off x="10087155" y="567816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Circuit breaker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B421B49-8F99-92B8-63DD-76FCC654EA8A}"/>
              </a:ext>
            </a:extLst>
          </p:cNvPr>
          <p:cNvSpPr txBox="1"/>
          <p:nvPr/>
        </p:nvSpPr>
        <p:spPr>
          <a:xfrm>
            <a:off x="7638421" y="3307509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Thytronic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7DF06B5-56BF-FA15-0BC8-E5A2FA6D6A79}"/>
              </a:ext>
            </a:extLst>
          </p:cNvPr>
          <p:cNvSpPr txBox="1"/>
          <p:nvPr/>
        </p:nvSpPr>
        <p:spPr>
          <a:xfrm>
            <a:off x="8814669" y="332130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Thytronic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23BBDEE-A45B-473D-39F3-A865EFA46F7B}"/>
              </a:ext>
            </a:extLst>
          </p:cNvPr>
          <p:cNvSpPr txBox="1"/>
          <p:nvPr/>
        </p:nvSpPr>
        <p:spPr>
          <a:xfrm>
            <a:off x="10084636" y="332130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Thytronic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0711E9A7-1E5E-7BAB-E5A1-A7C3680D770B}"/>
              </a:ext>
            </a:extLst>
          </p:cNvPr>
          <p:cNvCxnSpPr>
            <a:cxnSpLocks/>
          </p:cNvCxnSpPr>
          <p:nvPr/>
        </p:nvCxnSpPr>
        <p:spPr>
          <a:xfrm>
            <a:off x="8069743" y="4528045"/>
            <a:ext cx="4582" cy="181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630E6494-F27B-6616-33B4-4F04F7C67981}"/>
              </a:ext>
            </a:extLst>
          </p:cNvPr>
          <p:cNvCxnSpPr>
            <a:cxnSpLocks/>
          </p:cNvCxnSpPr>
          <p:nvPr/>
        </p:nvCxnSpPr>
        <p:spPr>
          <a:xfrm>
            <a:off x="9294132" y="4528045"/>
            <a:ext cx="4582" cy="181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663E86DE-1242-8098-4A9E-AF952B0EC924}"/>
              </a:ext>
            </a:extLst>
          </p:cNvPr>
          <p:cNvCxnSpPr>
            <a:cxnSpLocks/>
          </p:cNvCxnSpPr>
          <p:nvPr/>
        </p:nvCxnSpPr>
        <p:spPr>
          <a:xfrm>
            <a:off x="10515958" y="4547316"/>
            <a:ext cx="4582" cy="181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re 2">
            <a:extLst>
              <a:ext uri="{FF2B5EF4-FFF2-40B4-BE49-F238E27FC236}">
                <a16:creationId xmlns:a16="http://schemas.microsoft.com/office/drawing/2014/main" id="{C1A2C7C4-618D-BAA7-B42A-1E9CDDB543B0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Current situation in Italy</a:t>
            </a:r>
          </a:p>
        </p:txBody>
      </p:sp>
      <p:pic>
        <p:nvPicPr>
          <p:cNvPr id="1036" name="Picture 12" descr="SMA Sunny Tripower 10kW Hybrid Smart Energy Storage Onduleur tripha...">
            <a:extLst>
              <a:ext uri="{FF2B5EF4-FFF2-40B4-BE49-F238E27FC236}">
                <a16:creationId xmlns:a16="http://schemas.microsoft.com/office/drawing/2014/main" id="{86F3B64D-944D-936D-0958-95A7267FE5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6" t="18059" r="16939" b="11490"/>
          <a:stretch>
            <a:fillRect/>
          </a:stretch>
        </p:blipFill>
        <p:spPr bwMode="auto">
          <a:xfrm>
            <a:off x="6087508" y="3493019"/>
            <a:ext cx="789050" cy="860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29B05AE-FB0D-22F0-6876-EEE201B27B35}"/>
              </a:ext>
            </a:extLst>
          </p:cNvPr>
          <p:cNvSpPr/>
          <p:nvPr/>
        </p:nvSpPr>
        <p:spPr>
          <a:xfrm>
            <a:off x="5702060" y="3338555"/>
            <a:ext cx="1607166" cy="26147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6" name="Picture 12" descr="SMA Sunny Tripower 10kW Hybrid Smart Energy Storage Onduleur tripha...">
            <a:extLst>
              <a:ext uri="{FF2B5EF4-FFF2-40B4-BE49-F238E27FC236}">
                <a16:creationId xmlns:a16="http://schemas.microsoft.com/office/drawing/2014/main" id="{48F91D90-D26A-7748-D2C9-7B65D1D378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86" t="18059" r="16939" b="11490"/>
          <a:stretch>
            <a:fillRect/>
          </a:stretch>
        </p:blipFill>
        <p:spPr bwMode="auto">
          <a:xfrm>
            <a:off x="6111118" y="4991139"/>
            <a:ext cx="789050" cy="860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0DCBE104-C162-7AE1-FCB8-7279C553EF58}"/>
              </a:ext>
            </a:extLst>
          </p:cNvPr>
          <p:cNvCxnSpPr>
            <a:cxnSpLocks/>
          </p:cNvCxnSpPr>
          <p:nvPr/>
        </p:nvCxnSpPr>
        <p:spPr>
          <a:xfrm>
            <a:off x="6482033" y="4419877"/>
            <a:ext cx="0" cy="415909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B50A8DD4-4958-8416-7299-0F7D2AE89221}"/>
              </a:ext>
            </a:extLst>
          </p:cNvPr>
          <p:cNvSpPr txBox="1"/>
          <p:nvPr/>
        </p:nvSpPr>
        <p:spPr>
          <a:xfrm>
            <a:off x="6535724" y="447374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 err="1">
                <a:solidFill>
                  <a:schemeClr val="bg1"/>
                </a:solidFill>
              </a:rPr>
              <a:t>Inverters</a:t>
            </a:r>
            <a:endParaRPr lang="fr-FR" sz="1000" i="1" dirty="0">
              <a:solidFill>
                <a:schemeClr val="bg1"/>
              </a:solidFill>
            </a:endParaRPr>
          </a:p>
        </p:txBody>
      </p: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09BD20A6-6084-8C10-5678-4288BA09A624}"/>
              </a:ext>
            </a:extLst>
          </p:cNvPr>
          <p:cNvCxnSpPr>
            <a:cxnSpLocks/>
          </p:cNvCxnSpPr>
          <p:nvPr/>
        </p:nvCxnSpPr>
        <p:spPr>
          <a:xfrm flipV="1">
            <a:off x="8434522" y="1909042"/>
            <a:ext cx="0" cy="792254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C421532E-0FFC-DEF6-5E37-AFAE15791057}"/>
              </a:ext>
            </a:extLst>
          </p:cNvPr>
          <p:cNvCxnSpPr>
            <a:cxnSpLocks/>
          </p:cNvCxnSpPr>
          <p:nvPr/>
        </p:nvCxnSpPr>
        <p:spPr>
          <a:xfrm flipV="1">
            <a:off x="6522066" y="2701296"/>
            <a:ext cx="0" cy="55184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3408F77B-085D-D0B3-B8BB-A71E9981BFC5}"/>
              </a:ext>
            </a:extLst>
          </p:cNvPr>
          <p:cNvCxnSpPr>
            <a:cxnSpLocks/>
          </p:cNvCxnSpPr>
          <p:nvPr/>
        </p:nvCxnSpPr>
        <p:spPr>
          <a:xfrm flipV="1">
            <a:off x="8069743" y="2701296"/>
            <a:ext cx="0" cy="55184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A43F0481-EDED-7172-EE40-7D72E52C75A5}"/>
              </a:ext>
            </a:extLst>
          </p:cNvPr>
          <p:cNvCxnSpPr>
            <a:cxnSpLocks/>
          </p:cNvCxnSpPr>
          <p:nvPr/>
        </p:nvCxnSpPr>
        <p:spPr>
          <a:xfrm flipV="1">
            <a:off x="9151862" y="2701296"/>
            <a:ext cx="0" cy="55184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EB26932E-5FFF-A88B-E583-422DEC570315}"/>
              </a:ext>
            </a:extLst>
          </p:cNvPr>
          <p:cNvCxnSpPr>
            <a:cxnSpLocks/>
          </p:cNvCxnSpPr>
          <p:nvPr/>
        </p:nvCxnSpPr>
        <p:spPr>
          <a:xfrm flipV="1">
            <a:off x="10376049" y="2701296"/>
            <a:ext cx="0" cy="551846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3A8D461-F5ED-C6F1-0A41-2E98B673E3B1}"/>
              </a:ext>
            </a:extLst>
          </p:cNvPr>
          <p:cNvCxnSpPr/>
          <p:nvPr/>
        </p:nvCxnSpPr>
        <p:spPr>
          <a:xfrm>
            <a:off x="6535724" y="2701296"/>
            <a:ext cx="3840325" cy="0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42BB8A14-4FAB-9CCF-8305-954C823E78FE}"/>
              </a:ext>
            </a:extLst>
          </p:cNvPr>
          <p:cNvSpPr txBox="1"/>
          <p:nvPr/>
        </p:nvSpPr>
        <p:spPr>
          <a:xfrm>
            <a:off x="6470956" y="2477307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Network 1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8BF13D6-8178-6B6C-F1A3-B117DA12101C}"/>
              </a:ext>
            </a:extLst>
          </p:cNvPr>
          <p:cNvSpPr txBox="1"/>
          <p:nvPr/>
        </p:nvSpPr>
        <p:spPr>
          <a:xfrm>
            <a:off x="8776435" y="167657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Router</a:t>
            </a:r>
          </a:p>
          <a:p>
            <a:pPr algn="l"/>
            <a:endParaRPr lang="fr-FR" sz="1000" i="1" dirty="0">
              <a:solidFill>
                <a:schemeClr val="bg1"/>
              </a:solidFill>
            </a:endParaRPr>
          </a:p>
        </p:txBody>
      </p:sp>
      <p:pic>
        <p:nvPicPr>
          <p:cNvPr id="1038" name="Picture 14" descr="Routeur cellulaire Teltonika 4G LTE catégorie 4 certifié E-Mark RUT240  Teltonika">
            <a:extLst>
              <a:ext uri="{FF2B5EF4-FFF2-40B4-BE49-F238E27FC236}">
                <a16:creationId xmlns:a16="http://schemas.microsoft.com/office/drawing/2014/main" id="{8786C3C3-98E9-ACAE-9989-040C72F54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9478" y="1170056"/>
            <a:ext cx="725191" cy="72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BF47BBC0-A4E5-41CD-ADB6-B370F4B8F7D0}"/>
              </a:ext>
            </a:extLst>
          </p:cNvPr>
          <p:cNvCxnSpPr>
            <a:cxnSpLocks/>
          </p:cNvCxnSpPr>
          <p:nvPr/>
        </p:nvCxnSpPr>
        <p:spPr>
          <a:xfrm flipH="1">
            <a:off x="6378452" y="1558529"/>
            <a:ext cx="1484255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F60EFF52-D856-74F1-FC1D-F6BBDCE00C49}"/>
              </a:ext>
            </a:extLst>
          </p:cNvPr>
          <p:cNvCxnSpPr>
            <a:cxnSpLocks/>
          </p:cNvCxnSpPr>
          <p:nvPr/>
        </p:nvCxnSpPr>
        <p:spPr>
          <a:xfrm flipH="1">
            <a:off x="6378452" y="831036"/>
            <a:ext cx="614472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558E6577-6D90-DCB1-CCA4-2527C85B72CD}"/>
              </a:ext>
            </a:extLst>
          </p:cNvPr>
          <p:cNvCxnSpPr>
            <a:cxnSpLocks/>
          </p:cNvCxnSpPr>
          <p:nvPr/>
        </p:nvCxnSpPr>
        <p:spPr>
          <a:xfrm flipH="1">
            <a:off x="6378452" y="1170056"/>
            <a:ext cx="679483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0" name="Picture 16" descr="Modem 4G Routeur Switch WiFi 300N Tp-link TL-MR6400">
            <a:extLst>
              <a:ext uri="{FF2B5EF4-FFF2-40B4-BE49-F238E27FC236}">
                <a16:creationId xmlns:a16="http://schemas.microsoft.com/office/drawing/2014/main" id="{A5C72C8F-B312-93EC-C2B6-293C13443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734" y="606334"/>
            <a:ext cx="919557" cy="91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88C4968F-5636-946B-AA1F-27A01FEBA3ED}"/>
              </a:ext>
            </a:extLst>
          </p:cNvPr>
          <p:cNvCxnSpPr>
            <a:cxnSpLocks/>
          </p:cNvCxnSpPr>
          <p:nvPr/>
        </p:nvCxnSpPr>
        <p:spPr>
          <a:xfrm flipV="1">
            <a:off x="6378452" y="773929"/>
            <a:ext cx="0" cy="792254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F45DE52F-3CFF-CC05-0973-FF6856E31343}"/>
              </a:ext>
            </a:extLst>
          </p:cNvPr>
          <p:cNvCxnSpPr>
            <a:cxnSpLocks/>
          </p:cNvCxnSpPr>
          <p:nvPr/>
        </p:nvCxnSpPr>
        <p:spPr>
          <a:xfrm flipH="1">
            <a:off x="5702060" y="1172670"/>
            <a:ext cx="679483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9BC022C9-B400-1329-2408-953FC23D7388}"/>
              </a:ext>
            </a:extLst>
          </p:cNvPr>
          <p:cNvSpPr txBox="1"/>
          <p:nvPr/>
        </p:nvSpPr>
        <p:spPr>
          <a:xfrm>
            <a:off x="7061693" y="61756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600" i="1" dirty="0">
                <a:solidFill>
                  <a:schemeClr val="bg1"/>
                </a:solidFill>
              </a:rPr>
              <a:t>…</a:t>
            </a:r>
          </a:p>
          <a:p>
            <a:pPr algn="l"/>
            <a:endParaRPr lang="fr-FR" sz="1600" i="1" dirty="0">
              <a:solidFill>
                <a:schemeClr val="bg1"/>
              </a:solidFill>
            </a:endParaRP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B82DD9B5-E74A-7AFC-9CA1-DE01A7CC5C42}"/>
              </a:ext>
            </a:extLst>
          </p:cNvPr>
          <p:cNvSpPr txBox="1"/>
          <p:nvPr/>
        </p:nvSpPr>
        <p:spPr>
          <a:xfrm>
            <a:off x="7140572" y="94290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600" i="1" dirty="0">
                <a:solidFill>
                  <a:schemeClr val="bg1"/>
                </a:solidFill>
              </a:rPr>
              <a:t>…</a:t>
            </a:r>
          </a:p>
          <a:p>
            <a:pPr algn="l"/>
            <a:endParaRPr lang="fr-FR" sz="1600" i="1" dirty="0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BB3DF75D-4973-12BA-14D8-AB473095221B}"/>
              </a:ext>
            </a:extLst>
          </p:cNvPr>
          <p:cNvSpPr txBox="1"/>
          <p:nvPr/>
        </p:nvSpPr>
        <p:spPr>
          <a:xfrm>
            <a:off x="6365105" y="160548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Network 2</a:t>
            </a:r>
          </a:p>
        </p:txBody>
      </p:sp>
      <p:grpSp>
        <p:nvGrpSpPr>
          <p:cNvPr id="1024" name="Groupe 1023">
            <a:extLst>
              <a:ext uri="{FF2B5EF4-FFF2-40B4-BE49-F238E27FC236}">
                <a16:creationId xmlns:a16="http://schemas.microsoft.com/office/drawing/2014/main" id="{30B40F0E-B280-E4EE-6DF1-D7DA3F8E5359}"/>
              </a:ext>
            </a:extLst>
          </p:cNvPr>
          <p:cNvGrpSpPr/>
          <p:nvPr/>
        </p:nvGrpSpPr>
        <p:grpSpPr>
          <a:xfrm>
            <a:off x="8477635" y="159531"/>
            <a:ext cx="2684946" cy="1247712"/>
            <a:chOff x="8314090" y="95408"/>
            <a:chExt cx="2684946" cy="1247712"/>
          </a:xfrm>
        </p:grpSpPr>
        <p:sp>
          <p:nvSpPr>
            <p:cNvPr id="58" name="Bulle narrative : ronde 57">
              <a:extLst>
                <a:ext uri="{FF2B5EF4-FFF2-40B4-BE49-F238E27FC236}">
                  <a16:creationId xmlns:a16="http://schemas.microsoft.com/office/drawing/2014/main" id="{045DFD3B-92CD-85CC-5F92-03DC8F78F72A}"/>
                </a:ext>
              </a:extLst>
            </p:cNvPr>
            <p:cNvSpPr/>
            <p:nvPr/>
          </p:nvSpPr>
          <p:spPr>
            <a:xfrm>
              <a:off x="8314090" y="95408"/>
              <a:ext cx="2367196" cy="1011555"/>
            </a:xfrm>
            <a:prstGeom prst="wedgeEllipseCallou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5B5EEEE3-140B-A248-67E7-23AC8904F07B}"/>
                </a:ext>
              </a:extLst>
            </p:cNvPr>
            <p:cNvSpPr txBox="1"/>
            <p:nvPr/>
          </p:nvSpPr>
          <p:spPr>
            <a:xfrm>
              <a:off x="8701904" y="428720"/>
              <a:ext cx="2297132" cy="914400"/>
            </a:xfrm>
            <a:prstGeom prst="rect">
              <a:avLst/>
            </a:prstGeom>
          </p:spPr>
          <p:txBody>
            <a:bodyPr vert="horz" wrap="none" lIns="91440" tIns="45720" rIns="91440" bIns="45720" rtlCol="0" anchor="t">
              <a:noAutofit/>
            </a:bodyPr>
            <a:lstStyle/>
            <a:p>
              <a:r>
                <a:rPr lang="fr-FR" sz="1200" dirty="0"/>
                <a:t>VPN Access </a:t>
              </a:r>
              <a:r>
                <a:rPr lang="fr-FR" sz="1200" dirty="0" err="1"/>
                <a:t>Integration</a:t>
              </a:r>
              <a:endParaRPr lang="fr-FR" sz="1200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ZoneTexte 59">
            <a:extLst>
              <a:ext uri="{FF2B5EF4-FFF2-40B4-BE49-F238E27FC236}">
                <a16:creationId xmlns:a16="http://schemas.microsoft.com/office/drawing/2014/main" id="{B2F4613F-2443-A5E3-291C-06200C30B1AB}"/>
              </a:ext>
            </a:extLst>
          </p:cNvPr>
          <p:cNvSpPr txBox="1"/>
          <p:nvPr/>
        </p:nvSpPr>
        <p:spPr>
          <a:xfrm>
            <a:off x="629629" y="2293963"/>
            <a:ext cx="3824433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bg1"/>
                </a:solidFill>
              </a:rPr>
              <a:t>In </a:t>
            </a:r>
            <a:r>
              <a:rPr lang="fr-FR" sz="1600" dirty="0" err="1">
                <a:solidFill>
                  <a:schemeClr val="bg1"/>
                </a:solidFill>
              </a:rPr>
              <a:t>order</a:t>
            </a:r>
            <a:r>
              <a:rPr lang="fr-FR" sz="1600" dirty="0">
                <a:solidFill>
                  <a:schemeClr val="bg1"/>
                </a:solidFill>
              </a:rPr>
              <a:t> to </a:t>
            </a:r>
            <a:r>
              <a:rPr lang="fr-FR" sz="1600" dirty="0" err="1">
                <a:solidFill>
                  <a:schemeClr val="bg1"/>
                </a:solidFill>
              </a:rPr>
              <a:t>get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secure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remote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access</a:t>
            </a:r>
            <a:r>
              <a:rPr lang="fr-FR" sz="1600" dirty="0">
                <a:solidFill>
                  <a:schemeClr val="bg1"/>
                </a:solidFill>
              </a:rPr>
              <a:t> a </a:t>
            </a:r>
            <a:r>
              <a:rPr lang="fr-FR" sz="1600" dirty="0" err="1">
                <a:solidFill>
                  <a:schemeClr val="bg1"/>
                </a:solidFill>
              </a:rPr>
              <a:t>vpn</a:t>
            </a:r>
            <a:endParaRPr lang="fr-FR" sz="1600" dirty="0">
              <a:solidFill>
                <a:schemeClr val="bg1"/>
              </a:solidFill>
            </a:endParaRPr>
          </a:p>
          <a:p>
            <a:pPr algn="l"/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could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be</a:t>
            </a:r>
            <a:r>
              <a:rPr lang="fr-FR" sz="1600" dirty="0">
                <a:solidFill>
                  <a:schemeClr val="bg1"/>
                </a:solidFill>
              </a:rPr>
              <a:t> </a:t>
            </a:r>
            <a:r>
              <a:rPr lang="fr-FR" sz="1600" dirty="0" err="1">
                <a:solidFill>
                  <a:schemeClr val="bg1"/>
                </a:solidFill>
              </a:rPr>
              <a:t>installed</a:t>
            </a:r>
            <a:r>
              <a:rPr lang="fr-FR" sz="1600" dirty="0">
                <a:solidFill>
                  <a:schemeClr val="bg1"/>
                </a:solidFill>
              </a:rPr>
              <a:t> in the router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46E24CE9-4724-2FB2-4264-8D257513591B}"/>
              </a:ext>
            </a:extLst>
          </p:cNvPr>
          <p:cNvSpPr txBox="1"/>
          <p:nvPr/>
        </p:nvSpPr>
        <p:spPr>
          <a:xfrm>
            <a:off x="4912496" y="149195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000" i="1" dirty="0">
                <a:solidFill>
                  <a:schemeClr val="bg1"/>
                </a:solidFill>
              </a:rPr>
              <a:t>Modem</a:t>
            </a:r>
          </a:p>
          <a:p>
            <a:pPr algn="l"/>
            <a:endParaRPr lang="fr-FR" sz="1000" i="1" dirty="0">
              <a:solidFill>
                <a:schemeClr val="bg1"/>
              </a:solidFill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8415CB0-51DE-323E-23EE-97F0C536A0FF}"/>
              </a:ext>
            </a:extLst>
          </p:cNvPr>
          <p:cNvSpPr txBox="1"/>
          <p:nvPr/>
        </p:nvSpPr>
        <p:spPr>
          <a:xfrm>
            <a:off x="627555" y="3111751"/>
            <a:ext cx="3824433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Currently, </a:t>
            </a:r>
            <a:r>
              <a:rPr lang="en-US" sz="1600" dirty="0" err="1">
                <a:solidFill>
                  <a:schemeClr val="bg1"/>
                </a:solidFill>
              </a:rPr>
              <a:t>Thytronics</a:t>
            </a:r>
            <a:r>
              <a:rPr lang="en-US" sz="1600" dirty="0">
                <a:solidFill>
                  <a:schemeClr val="bg1"/>
                </a:solidFill>
              </a:rPr>
              <a:t> are monitoring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the plant automatically with a threshold on the meter.</a:t>
            </a:r>
            <a:endParaRPr lang="fr-FR" sz="1600" dirty="0">
              <a:solidFill>
                <a:schemeClr val="bg1"/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1C551933-B2B7-2161-8F37-9A2CDFA371E1}"/>
              </a:ext>
            </a:extLst>
          </p:cNvPr>
          <p:cNvSpPr txBox="1"/>
          <p:nvPr/>
        </p:nvSpPr>
        <p:spPr>
          <a:xfrm>
            <a:off x="627555" y="3962677"/>
            <a:ext cx="3824433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If any issue occurs, the Thytronic must be reset </a:t>
            </a:r>
          </a:p>
          <a:p>
            <a:pPr algn="l"/>
            <a:r>
              <a:rPr lang="en-US" sz="1600" dirty="0">
                <a:solidFill>
                  <a:schemeClr val="bg1"/>
                </a:solidFill>
              </a:rPr>
              <a:t>and the plant manually reconnected.</a:t>
            </a:r>
            <a:endParaRPr lang="fr-F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05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44C9F-34BC-EAC9-D39F-A02AD13C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DDB1479-7EF4-A37E-02ED-E5A16936D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2732412-B97F-5ED0-324C-77665FC10329}"/>
              </a:ext>
            </a:extLst>
          </p:cNvPr>
          <p:cNvCxnSpPr>
            <a:cxnSpLocks/>
          </p:cNvCxnSpPr>
          <p:nvPr/>
        </p:nvCxnSpPr>
        <p:spPr>
          <a:xfrm flipH="1">
            <a:off x="1684351" y="3868671"/>
            <a:ext cx="49606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81B8AA0-D630-744A-2457-BAB6A8A1ABEC}"/>
              </a:ext>
            </a:extLst>
          </p:cNvPr>
          <p:cNvCxnSpPr>
            <a:cxnSpLocks/>
          </p:cNvCxnSpPr>
          <p:nvPr/>
        </p:nvCxnSpPr>
        <p:spPr>
          <a:xfrm flipH="1" flipV="1">
            <a:off x="3634134" y="4961915"/>
            <a:ext cx="4370" cy="107345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C01AE995-645B-947E-7E5D-D26F4F99A1DB}"/>
              </a:ext>
            </a:extLst>
          </p:cNvPr>
          <p:cNvCxnSpPr>
            <a:cxnSpLocks/>
          </p:cNvCxnSpPr>
          <p:nvPr/>
        </p:nvCxnSpPr>
        <p:spPr>
          <a:xfrm flipV="1">
            <a:off x="10736118" y="3235926"/>
            <a:ext cx="0" cy="8854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1CAC245-3451-F3F4-5CEE-E0697F57965C}"/>
              </a:ext>
            </a:extLst>
          </p:cNvPr>
          <p:cNvCxnSpPr>
            <a:cxnSpLocks/>
          </p:cNvCxnSpPr>
          <p:nvPr/>
        </p:nvCxnSpPr>
        <p:spPr>
          <a:xfrm flipH="1">
            <a:off x="5172292" y="5994562"/>
            <a:ext cx="500359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690B5CC-602B-E48D-9CE9-2F86E9CC8312}"/>
              </a:ext>
            </a:extLst>
          </p:cNvPr>
          <p:cNvCxnSpPr>
            <a:cxnSpLocks/>
          </p:cNvCxnSpPr>
          <p:nvPr/>
        </p:nvCxnSpPr>
        <p:spPr>
          <a:xfrm flipV="1">
            <a:off x="9392672" y="4377664"/>
            <a:ext cx="0" cy="102247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CDAAFCF-A038-9310-7EFF-377336C59973}"/>
              </a:ext>
            </a:extLst>
          </p:cNvPr>
          <p:cNvCxnSpPr>
            <a:cxnSpLocks/>
          </p:cNvCxnSpPr>
          <p:nvPr/>
        </p:nvCxnSpPr>
        <p:spPr>
          <a:xfrm flipH="1">
            <a:off x="10175885" y="3244786"/>
            <a:ext cx="55160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33FE8C1-2D38-088D-1794-3651B10F245D}"/>
              </a:ext>
            </a:extLst>
          </p:cNvPr>
          <p:cNvCxnSpPr>
            <a:cxnSpLocks/>
          </p:cNvCxnSpPr>
          <p:nvPr/>
        </p:nvCxnSpPr>
        <p:spPr>
          <a:xfrm flipV="1">
            <a:off x="10177558" y="3299559"/>
            <a:ext cx="0" cy="8854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BC5AA2B1-6DF8-4B71-A29E-55F26FDD1A2A}"/>
              </a:ext>
            </a:extLst>
          </p:cNvPr>
          <p:cNvCxnSpPr/>
          <p:nvPr/>
        </p:nvCxnSpPr>
        <p:spPr>
          <a:xfrm>
            <a:off x="7572609" y="2174272"/>
            <a:ext cx="358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35F89B8-4ACD-8ADC-B4F3-BFDD01FEC1A3}"/>
              </a:ext>
            </a:extLst>
          </p:cNvPr>
          <p:cNvCxnSpPr>
            <a:cxnSpLocks/>
          </p:cNvCxnSpPr>
          <p:nvPr/>
        </p:nvCxnSpPr>
        <p:spPr>
          <a:xfrm flipH="1">
            <a:off x="7979388" y="3029728"/>
            <a:ext cx="43923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842DD187-EBB8-5A42-ED65-48A32AB76F86}"/>
              </a:ext>
            </a:extLst>
          </p:cNvPr>
          <p:cNvCxnSpPr>
            <a:cxnSpLocks/>
          </p:cNvCxnSpPr>
          <p:nvPr/>
        </p:nvCxnSpPr>
        <p:spPr>
          <a:xfrm flipV="1">
            <a:off x="7979388" y="2150888"/>
            <a:ext cx="0" cy="8854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5CBCD504-CD2E-0FB7-C507-8B8610509E67}"/>
              </a:ext>
            </a:extLst>
          </p:cNvPr>
          <p:cNvCxnSpPr>
            <a:cxnSpLocks/>
          </p:cNvCxnSpPr>
          <p:nvPr/>
        </p:nvCxnSpPr>
        <p:spPr>
          <a:xfrm>
            <a:off x="7691443" y="3296376"/>
            <a:ext cx="507564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68F9821-B337-9A04-8B78-14A361F3CCDF}"/>
              </a:ext>
            </a:extLst>
          </p:cNvPr>
          <p:cNvCxnSpPr>
            <a:cxnSpLocks/>
          </p:cNvCxnSpPr>
          <p:nvPr/>
        </p:nvCxnSpPr>
        <p:spPr>
          <a:xfrm flipH="1">
            <a:off x="7979388" y="4326683"/>
            <a:ext cx="43923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06D7E8D-AADC-C2DE-64A7-7C4D3F7D545A}"/>
              </a:ext>
            </a:extLst>
          </p:cNvPr>
          <p:cNvCxnSpPr>
            <a:cxnSpLocks/>
          </p:cNvCxnSpPr>
          <p:nvPr/>
        </p:nvCxnSpPr>
        <p:spPr>
          <a:xfrm flipH="1">
            <a:off x="1442230" y="3507608"/>
            <a:ext cx="738186" cy="79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>
            <a:extLst>
              <a:ext uri="{FF2B5EF4-FFF2-40B4-BE49-F238E27FC236}">
                <a16:creationId xmlns:a16="http://schemas.microsoft.com/office/drawing/2014/main" id="{ABB29531-4618-6A37-5DA2-23D058C5BC22}"/>
              </a:ext>
            </a:extLst>
          </p:cNvPr>
          <p:cNvSpPr/>
          <p:nvPr/>
        </p:nvSpPr>
        <p:spPr>
          <a:xfrm>
            <a:off x="2111416" y="3435390"/>
            <a:ext cx="138001" cy="144436"/>
          </a:xfrm>
          <a:prstGeom prst="ellipse">
            <a:avLst/>
          </a:prstGeom>
          <a:solidFill>
            <a:schemeClr val="accent4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dirty="0">
              <a:solidFill>
                <a:schemeClr val="tx1"/>
              </a:solidFill>
            </a:endParaRP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4BD09F42-3A6C-761D-99ED-14270AC5CC2E}"/>
              </a:ext>
            </a:extLst>
          </p:cNvPr>
          <p:cNvCxnSpPr>
            <a:cxnSpLocks/>
          </p:cNvCxnSpPr>
          <p:nvPr/>
        </p:nvCxnSpPr>
        <p:spPr>
          <a:xfrm flipH="1">
            <a:off x="1798619" y="2174272"/>
            <a:ext cx="738186" cy="79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e 20">
            <a:extLst>
              <a:ext uri="{FF2B5EF4-FFF2-40B4-BE49-F238E27FC236}">
                <a16:creationId xmlns:a16="http://schemas.microsoft.com/office/drawing/2014/main" id="{E55E13C8-7F98-77CB-EBA6-AA17FEDDA262}"/>
              </a:ext>
            </a:extLst>
          </p:cNvPr>
          <p:cNvSpPr/>
          <p:nvPr/>
        </p:nvSpPr>
        <p:spPr>
          <a:xfrm>
            <a:off x="2467805" y="2102054"/>
            <a:ext cx="138001" cy="144436"/>
          </a:xfrm>
          <a:prstGeom prst="ellipse">
            <a:avLst/>
          </a:prstGeom>
          <a:solidFill>
            <a:schemeClr val="accent4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dirty="0">
              <a:solidFill>
                <a:schemeClr val="tx1"/>
              </a:solidFill>
            </a:endParaRP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6CE5940-5352-0077-12DB-964E89EDE356}"/>
              </a:ext>
            </a:extLst>
          </p:cNvPr>
          <p:cNvCxnSpPr>
            <a:cxnSpLocks/>
          </p:cNvCxnSpPr>
          <p:nvPr/>
        </p:nvCxnSpPr>
        <p:spPr>
          <a:xfrm flipH="1">
            <a:off x="3431462" y="2203920"/>
            <a:ext cx="738186" cy="79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lipse 22">
            <a:extLst>
              <a:ext uri="{FF2B5EF4-FFF2-40B4-BE49-F238E27FC236}">
                <a16:creationId xmlns:a16="http://schemas.microsoft.com/office/drawing/2014/main" id="{A2B59362-1127-3BE2-B059-942931A8AF3A}"/>
              </a:ext>
            </a:extLst>
          </p:cNvPr>
          <p:cNvSpPr/>
          <p:nvPr/>
        </p:nvSpPr>
        <p:spPr>
          <a:xfrm>
            <a:off x="4100648" y="2131702"/>
            <a:ext cx="138001" cy="144436"/>
          </a:xfrm>
          <a:prstGeom prst="ellipse">
            <a:avLst/>
          </a:prstGeom>
          <a:solidFill>
            <a:schemeClr val="accent4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dirty="0">
              <a:solidFill>
                <a:schemeClr val="tx1"/>
              </a:solidFill>
            </a:endParaRP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86C25F29-7B27-0F2F-2AB2-6BCDA5EFA246}"/>
              </a:ext>
            </a:extLst>
          </p:cNvPr>
          <p:cNvCxnSpPr>
            <a:cxnSpLocks/>
          </p:cNvCxnSpPr>
          <p:nvPr/>
        </p:nvCxnSpPr>
        <p:spPr>
          <a:xfrm flipH="1">
            <a:off x="3269411" y="4234155"/>
            <a:ext cx="738186" cy="795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42AC177-369C-9EB4-462C-8217C8313730}"/>
              </a:ext>
            </a:extLst>
          </p:cNvPr>
          <p:cNvGrpSpPr/>
          <p:nvPr/>
        </p:nvGrpSpPr>
        <p:grpSpPr>
          <a:xfrm>
            <a:off x="4796634" y="1141740"/>
            <a:ext cx="1327762" cy="1079935"/>
            <a:chOff x="5074925" y="1456146"/>
            <a:chExt cx="1327762" cy="1433878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3441A705-5DE0-2572-525A-D0FCCA77D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5413" t="6325" r="34189" b="8099"/>
            <a:stretch/>
          </p:blipFill>
          <p:spPr>
            <a:xfrm>
              <a:off x="5074925" y="1456146"/>
              <a:ext cx="505758" cy="1433878"/>
            </a:xfrm>
            <a:prstGeom prst="rect">
              <a:avLst/>
            </a:prstGeom>
          </p:spPr>
        </p:pic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EBBA173C-A4B3-A5DB-3A08-B96931B1163A}"/>
                </a:ext>
              </a:extLst>
            </p:cNvPr>
            <p:cNvSpPr txBox="1"/>
            <p:nvPr/>
          </p:nvSpPr>
          <p:spPr>
            <a:xfrm>
              <a:off x="5356146" y="2152400"/>
              <a:ext cx="1046541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20000"/>
            </a:bodyPr>
            <a:lstStyle/>
            <a:p>
              <a:pPr algn="l"/>
              <a:r>
                <a:rPr lang="fr-FR" sz="1400" b="0" i="0" dirty="0" err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Antena</a:t>
              </a:r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219902C5-D353-EA9B-D630-6733A74C4F79}"/>
              </a:ext>
            </a:extLst>
          </p:cNvPr>
          <p:cNvSpPr/>
          <p:nvPr/>
        </p:nvSpPr>
        <p:spPr>
          <a:xfrm>
            <a:off x="646981" y="1127946"/>
            <a:ext cx="6383546" cy="4140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AE2F7D-5A0B-E773-5013-6797614B4C59}"/>
              </a:ext>
            </a:extLst>
          </p:cNvPr>
          <p:cNvSpPr/>
          <p:nvPr/>
        </p:nvSpPr>
        <p:spPr>
          <a:xfrm>
            <a:off x="7030528" y="1127945"/>
            <a:ext cx="1897720" cy="4140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E3A8DA50-5893-33A8-8CB9-D030A7D7685E}"/>
              </a:ext>
            </a:extLst>
          </p:cNvPr>
          <p:cNvSpPr txBox="1">
            <a:spLocks/>
          </p:cNvSpPr>
          <p:nvPr/>
        </p:nvSpPr>
        <p:spPr>
          <a:xfrm>
            <a:off x="646981" y="1136984"/>
            <a:ext cx="1112808" cy="347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03692" rtl="0" eaLnBrk="1" latinLnBrk="0" hangingPunct="1">
              <a:lnSpc>
                <a:spcPts val="1811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+mj-lt"/>
                <a:ea typeface="+mn-ea"/>
                <a:cs typeface="Calibri Light" panose="020F0302020204030204" pitchFamily="34" charset="0"/>
              </a:defRPr>
            </a:lvl1pPr>
            <a:lvl2pPr marL="301846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320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03692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189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905539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207384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509231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11076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12923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14769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PDL</a:t>
            </a:r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C6AD9343-D1F5-41DD-1AD4-1975B3113147}"/>
              </a:ext>
            </a:extLst>
          </p:cNvPr>
          <p:cNvSpPr txBox="1">
            <a:spLocks/>
          </p:cNvSpPr>
          <p:nvPr/>
        </p:nvSpPr>
        <p:spPr>
          <a:xfrm>
            <a:off x="7135039" y="1136984"/>
            <a:ext cx="1112808" cy="347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03692" rtl="0" eaLnBrk="1" latinLnBrk="0" hangingPunct="1">
              <a:lnSpc>
                <a:spcPts val="1811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+mj-lt"/>
                <a:ea typeface="+mn-ea"/>
                <a:cs typeface="Calibri Light" panose="020F0302020204030204" pitchFamily="34" charset="0"/>
              </a:defRPr>
            </a:lvl1pPr>
            <a:lvl2pPr marL="301846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320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03692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189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905539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207384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509231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11076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12923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14769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PTR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DBA30C8B-311C-414F-6F8B-CE9F2502B2A2}"/>
              </a:ext>
            </a:extLst>
          </p:cNvPr>
          <p:cNvGrpSpPr/>
          <p:nvPr/>
        </p:nvGrpSpPr>
        <p:grpSpPr>
          <a:xfrm>
            <a:off x="1145440" y="1670300"/>
            <a:ext cx="1271361" cy="648276"/>
            <a:chOff x="1145440" y="1989462"/>
            <a:chExt cx="1271361" cy="648276"/>
          </a:xfrm>
        </p:grpSpPr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B68BC8EC-FA63-9C21-89E8-195E8D243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5440" y="2290207"/>
              <a:ext cx="1271361" cy="347531"/>
            </a:xfrm>
            <a:prstGeom prst="rect">
              <a:avLst/>
            </a:prstGeom>
          </p:spPr>
        </p:pic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8A6E7C4C-0393-0C12-2E1B-9E34C60FE3FE}"/>
                </a:ext>
              </a:extLst>
            </p:cNvPr>
            <p:cNvSpPr txBox="1"/>
            <p:nvPr/>
          </p:nvSpPr>
          <p:spPr>
            <a:xfrm>
              <a:off x="1390187" y="1989462"/>
              <a:ext cx="781866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Mini-PC</a:t>
              </a:r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77D42D1F-BC23-7303-A2E9-EE4A59FBB21A}"/>
              </a:ext>
            </a:extLst>
          </p:cNvPr>
          <p:cNvGrpSpPr/>
          <p:nvPr/>
        </p:nvGrpSpPr>
        <p:grpSpPr>
          <a:xfrm>
            <a:off x="2853689" y="1742061"/>
            <a:ext cx="1046541" cy="648432"/>
            <a:chOff x="3298278" y="2061223"/>
            <a:chExt cx="1046541" cy="648432"/>
          </a:xfrm>
        </p:grpSpPr>
        <p:pic>
          <p:nvPicPr>
            <p:cNvPr id="36" name="Image 35">
              <a:extLst>
                <a:ext uri="{FF2B5EF4-FFF2-40B4-BE49-F238E27FC236}">
                  <a16:creationId xmlns:a16="http://schemas.microsoft.com/office/drawing/2014/main" id="{78AB0C40-4E4D-F364-6709-DF6340E2D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47291" y="2290207"/>
              <a:ext cx="982926" cy="419448"/>
            </a:xfrm>
            <a:prstGeom prst="rect">
              <a:avLst/>
            </a:prstGeom>
          </p:spPr>
        </p:pic>
        <p:sp>
          <p:nvSpPr>
            <p:cNvPr id="37" name="ZoneTexte 36">
              <a:extLst>
                <a:ext uri="{FF2B5EF4-FFF2-40B4-BE49-F238E27FC236}">
                  <a16:creationId xmlns:a16="http://schemas.microsoft.com/office/drawing/2014/main" id="{898DD95A-79A1-EB58-5EC7-8C1AE9F990FC}"/>
                </a:ext>
              </a:extLst>
            </p:cNvPr>
            <p:cNvSpPr txBox="1"/>
            <p:nvPr/>
          </p:nvSpPr>
          <p:spPr>
            <a:xfrm>
              <a:off x="3298278" y="2061223"/>
              <a:ext cx="1046541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77500" lnSpcReduction="2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Modem 3G/4G</a:t>
              </a:r>
            </a:p>
          </p:txBody>
        </p:sp>
      </p:grp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BDED7C6A-F37D-B6C9-04AF-6AD52A501420}"/>
              </a:ext>
            </a:extLst>
          </p:cNvPr>
          <p:cNvGrpSpPr/>
          <p:nvPr/>
        </p:nvGrpSpPr>
        <p:grpSpPr>
          <a:xfrm>
            <a:off x="2825347" y="3063097"/>
            <a:ext cx="1642325" cy="1376367"/>
            <a:chOff x="3394165" y="3709765"/>
            <a:chExt cx="1642325" cy="1376367"/>
          </a:xfrm>
        </p:grpSpPr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57B7EE0E-5131-6247-D44E-48EADBF48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94165" y="3891618"/>
              <a:ext cx="967859" cy="1194514"/>
            </a:xfrm>
            <a:prstGeom prst="rect">
              <a:avLst/>
            </a:prstGeom>
          </p:spPr>
        </p:pic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762CF4BA-F8CE-59E1-C331-807DC4376AD3}"/>
                </a:ext>
              </a:extLst>
            </p:cNvPr>
            <p:cNvSpPr txBox="1"/>
            <p:nvPr/>
          </p:nvSpPr>
          <p:spPr>
            <a:xfrm>
              <a:off x="3903703" y="3709765"/>
              <a:ext cx="1132787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70000" lnSpcReduction="2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Automate Master</a:t>
              </a: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25EA109F-D5A7-2FB6-CBBB-1E37FED2B37D}"/>
              </a:ext>
            </a:extLst>
          </p:cNvPr>
          <p:cNvGrpSpPr/>
          <p:nvPr/>
        </p:nvGrpSpPr>
        <p:grpSpPr>
          <a:xfrm>
            <a:off x="1203385" y="3350261"/>
            <a:ext cx="1046541" cy="1358645"/>
            <a:chOff x="1575984" y="3610395"/>
            <a:chExt cx="1046541" cy="1358645"/>
          </a:xfrm>
        </p:grpSpPr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A072AFB2-8AB4-9C5E-2D76-E12FB57354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22852"/>
            <a:stretch/>
          </p:blipFill>
          <p:spPr>
            <a:xfrm>
              <a:off x="1590160" y="3610395"/>
              <a:ext cx="664112" cy="864002"/>
            </a:xfrm>
            <a:prstGeom prst="rect">
              <a:avLst/>
            </a:prstGeom>
          </p:spPr>
        </p:pic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11E311E3-A5F3-4130-AA23-14476779F132}"/>
                </a:ext>
              </a:extLst>
            </p:cNvPr>
            <p:cNvSpPr txBox="1"/>
            <p:nvPr/>
          </p:nvSpPr>
          <p:spPr>
            <a:xfrm>
              <a:off x="1575984" y="4621509"/>
              <a:ext cx="1046541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Switch</a:t>
              </a:r>
            </a:p>
          </p:txBody>
        </p:sp>
      </p:grpSp>
      <p:sp>
        <p:nvSpPr>
          <p:cNvPr id="44" name="ZoneTexte 43">
            <a:extLst>
              <a:ext uri="{FF2B5EF4-FFF2-40B4-BE49-F238E27FC236}">
                <a16:creationId xmlns:a16="http://schemas.microsoft.com/office/drawing/2014/main" id="{2DB2AEF4-F17A-36AE-4BC8-BC017ADC6E42}"/>
              </a:ext>
            </a:extLst>
          </p:cNvPr>
          <p:cNvSpPr txBox="1"/>
          <p:nvPr/>
        </p:nvSpPr>
        <p:spPr>
          <a:xfrm>
            <a:off x="5508229" y="2318576"/>
            <a:ext cx="761336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algn="l"/>
            <a:r>
              <a: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12V/24V</a:t>
            </a:r>
          </a:p>
          <a:p>
            <a:pPr algn="l"/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216BC58-988B-15F7-BB6C-BE8879D82942}"/>
              </a:ext>
            </a:extLst>
          </p:cNvPr>
          <p:cNvGrpSpPr/>
          <p:nvPr/>
        </p:nvGrpSpPr>
        <p:grpSpPr>
          <a:xfrm>
            <a:off x="5161473" y="3998130"/>
            <a:ext cx="1302376" cy="1311388"/>
            <a:chOff x="5216178" y="4695190"/>
            <a:chExt cx="1302376" cy="1311388"/>
          </a:xfrm>
        </p:grpSpPr>
        <p:pic>
          <p:nvPicPr>
            <p:cNvPr id="46" name="Picture 10" descr="Batterie Plomb 12V 100Ah (330x173x220) Yuasa (Y100-12) - Vlad">
              <a:extLst>
                <a:ext uri="{FF2B5EF4-FFF2-40B4-BE49-F238E27FC236}">
                  <a16:creationId xmlns:a16="http://schemas.microsoft.com/office/drawing/2014/main" id="{7E617C5F-3AD6-3464-D88F-61A85757F2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821" b="17742"/>
            <a:stretch/>
          </p:blipFill>
          <p:spPr bwMode="auto">
            <a:xfrm>
              <a:off x="5226997" y="4695190"/>
              <a:ext cx="1291557" cy="983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516CF73F-732C-367A-865A-CCF2311DB528}"/>
                </a:ext>
              </a:extLst>
            </p:cNvPr>
            <p:cNvSpPr txBox="1"/>
            <p:nvPr/>
          </p:nvSpPr>
          <p:spPr>
            <a:xfrm>
              <a:off x="5216178" y="5659047"/>
              <a:ext cx="1267357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r>
                <a:rPr lang="fr-FR" sz="14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Battery 12V</a:t>
              </a: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8B52C7B1-0EDA-5894-5EFC-7F813BF63BDD}"/>
              </a:ext>
            </a:extLst>
          </p:cNvPr>
          <p:cNvSpPr/>
          <p:nvPr/>
        </p:nvSpPr>
        <p:spPr>
          <a:xfrm>
            <a:off x="8928249" y="1127944"/>
            <a:ext cx="1960362" cy="4140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Espace réservé du texte 3">
            <a:extLst>
              <a:ext uri="{FF2B5EF4-FFF2-40B4-BE49-F238E27FC236}">
                <a16:creationId xmlns:a16="http://schemas.microsoft.com/office/drawing/2014/main" id="{87CB13F5-CE93-B87D-DB4E-1C6EF82A9245}"/>
              </a:ext>
            </a:extLst>
          </p:cNvPr>
          <p:cNvSpPr txBox="1">
            <a:spLocks/>
          </p:cNvSpPr>
          <p:nvPr/>
        </p:nvSpPr>
        <p:spPr>
          <a:xfrm>
            <a:off x="8983074" y="1136984"/>
            <a:ext cx="1753044" cy="3475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03692" rtl="0" eaLnBrk="1" latinLnBrk="0" hangingPunct="1">
              <a:lnSpc>
                <a:spcPts val="1811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+mj-lt"/>
                <a:ea typeface="+mn-ea"/>
                <a:cs typeface="Calibri Light" panose="020F0302020204030204" pitchFamily="34" charset="0"/>
              </a:defRPr>
            </a:lvl1pPr>
            <a:lvl2pPr marL="301846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320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603692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189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905539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207384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b="0" i="0" kern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509231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811076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112923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14769" indent="0" algn="l" defTabSz="603692" rtl="0" eaLnBrk="1" latinLnBrk="0" hangingPunct="1">
              <a:lnSpc>
                <a:spcPct val="90000"/>
              </a:lnSpc>
              <a:spcBef>
                <a:spcPts val="330"/>
              </a:spcBef>
              <a:buFont typeface="Arial" panose="020B0604020202020204" pitchFamily="34" charset="0"/>
              <a:buNone/>
              <a:defRPr sz="1056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         Enedis</a:t>
            </a:r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32C5A515-A4BD-5657-6622-6714CCB77791}"/>
              </a:ext>
            </a:extLst>
          </p:cNvPr>
          <p:cNvGrpSpPr/>
          <p:nvPr/>
        </p:nvGrpSpPr>
        <p:grpSpPr>
          <a:xfrm>
            <a:off x="7646604" y="1493552"/>
            <a:ext cx="941444" cy="997071"/>
            <a:chOff x="3326654" y="3520529"/>
            <a:chExt cx="1450229" cy="1448510"/>
          </a:xfrm>
        </p:grpSpPr>
        <p:pic>
          <p:nvPicPr>
            <p:cNvPr id="51" name="Image 50">
              <a:extLst>
                <a:ext uri="{FF2B5EF4-FFF2-40B4-BE49-F238E27FC236}">
                  <a16:creationId xmlns:a16="http://schemas.microsoft.com/office/drawing/2014/main" id="{2933BD30-6E6F-E628-BCEE-9775B5B98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45957" y="3774525"/>
              <a:ext cx="967859" cy="1194514"/>
            </a:xfrm>
            <a:prstGeom prst="rect">
              <a:avLst/>
            </a:prstGeom>
          </p:spPr>
        </p:pic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72C04C75-3AE5-19FC-C498-73FB849BE33E}"/>
                </a:ext>
              </a:extLst>
            </p:cNvPr>
            <p:cNvSpPr txBox="1"/>
            <p:nvPr/>
          </p:nvSpPr>
          <p:spPr>
            <a:xfrm>
              <a:off x="3326654" y="3520529"/>
              <a:ext cx="1450229" cy="34753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62500" lnSpcReduction="2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Automate slave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57F771C8-755F-A8AF-E06B-4E5F7E072290}"/>
              </a:ext>
            </a:extLst>
          </p:cNvPr>
          <p:cNvGrpSpPr/>
          <p:nvPr/>
        </p:nvGrpSpPr>
        <p:grpSpPr>
          <a:xfrm>
            <a:off x="7002103" y="2642399"/>
            <a:ext cx="984986" cy="882820"/>
            <a:chOff x="1181553" y="3386958"/>
            <a:chExt cx="1326910" cy="1087439"/>
          </a:xfrm>
        </p:grpSpPr>
        <p:pic>
          <p:nvPicPr>
            <p:cNvPr id="54" name="Image 53">
              <a:extLst>
                <a:ext uri="{FF2B5EF4-FFF2-40B4-BE49-F238E27FC236}">
                  <a16:creationId xmlns:a16="http://schemas.microsoft.com/office/drawing/2014/main" id="{2BAFB598-2B65-48DB-0291-E2589276F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21291"/>
            <a:stretch/>
          </p:blipFill>
          <p:spPr>
            <a:xfrm>
              <a:off x="1639489" y="3610395"/>
              <a:ext cx="677547" cy="864002"/>
            </a:xfrm>
            <a:prstGeom prst="rect">
              <a:avLst/>
            </a:prstGeom>
          </p:spPr>
        </p:pic>
        <p:sp>
          <p:nvSpPr>
            <p:cNvPr id="55" name="ZoneTexte 54">
              <a:extLst>
                <a:ext uri="{FF2B5EF4-FFF2-40B4-BE49-F238E27FC236}">
                  <a16:creationId xmlns:a16="http://schemas.microsoft.com/office/drawing/2014/main" id="{C56C630D-E8E3-231C-9D85-E63B051F49D2}"/>
                </a:ext>
              </a:extLst>
            </p:cNvPr>
            <p:cNvSpPr txBox="1"/>
            <p:nvPr/>
          </p:nvSpPr>
          <p:spPr>
            <a:xfrm>
              <a:off x="1181553" y="3386958"/>
              <a:ext cx="1326910" cy="34753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Switch</a:t>
              </a:r>
            </a:p>
          </p:txBody>
        </p: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FFE75BCC-B1E1-19A4-2B12-AA2A8D3633CF}"/>
              </a:ext>
            </a:extLst>
          </p:cNvPr>
          <p:cNvGrpSpPr/>
          <p:nvPr/>
        </p:nvGrpSpPr>
        <p:grpSpPr>
          <a:xfrm>
            <a:off x="7616029" y="4150895"/>
            <a:ext cx="934342" cy="1127027"/>
            <a:chOff x="5216178" y="4657834"/>
            <a:chExt cx="2964001" cy="1771723"/>
          </a:xfrm>
        </p:grpSpPr>
        <p:pic>
          <p:nvPicPr>
            <p:cNvPr id="57" name="Picture 10" descr="Batterie Plomb 12V 100Ah (330x173x220) Yuasa (Y100-12) - Vlad">
              <a:extLst>
                <a:ext uri="{FF2B5EF4-FFF2-40B4-BE49-F238E27FC236}">
                  <a16:creationId xmlns:a16="http://schemas.microsoft.com/office/drawing/2014/main" id="{31D5C93C-A5B1-1684-D2CF-FF2E7DBE098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821" b="17742"/>
            <a:stretch/>
          </p:blipFill>
          <p:spPr bwMode="auto">
            <a:xfrm>
              <a:off x="5872772" y="4657834"/>
              <a:ext cx="1291555" cy="9831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6993211E-B3A5-27CD-2B42-3DBF360A2C0C}"/>
                </a:ext>
              </a:extLst>
            </p:cNvPr>
            <p:cNvSpPr txBox="1"/>
            <p:nvPr/>
          </p:nvSpPr>
          <p:spPr>
            <a:xfrm>
              <a:off x="5216178" y="5659047"/>
              <a:ext cx="2964001" cy="77051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lnSpcReduction="10000"/>
            </a:bodyPr>
            <a:lstStyle/>
            <a:p>
              <a:pPr algn="l"/>
              <a:r>
                <a:rPr lang="fr-FR" sz="14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Battery au Pb 12V</a:t>
              </a: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59" name="Groupe 58">
            <a:extLst>
              <a:ext uri="{FF2B5EF4-FFF2-40B4-BE49-F238E27FC236}">
                <a16:creationId xmlns:a16="http://schemas.microsoft.com/office/drawing/2014/main" id="{84377FAB-45DD-992F-59CB-8E95290FFCC6}"/>
              </a:ext>
            </a:extLst>
          </p:cNvPr>
          <p:cNvGrpSpPr/>
          <p:nvPr/>
        </p:nvGrpSpPr>
        <p:grpSpPr>
          <a:xfrm>
            <a:off x="9138665" y="3673907"/>
            <a:ext cx="1207453" cy="875465"/>
            <a:chOff x="9564425" y="3533807"/>
            <a:chExt cx="1207453" cy="875465"/>
          </a:xfrm>
        </p:grpSpPr>
        <p:pic>
          <p:nvPicPr>
            <p:cNvPr id="60" name="Image 59">
              <a:extLst>
                <a:ext uri="{FF2B5EF4-FFF2-40B4-BE49-F238E27FC236}">
                  <a16:creationId xmlns:a16="http://schemas.microsoft.com/office/drawing/2014/main" id="{C149BDB1-B232-29AB-E4B4-022D95943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5506" t="31388" r="-1"/>
            <a:stretch/>
          </p:blipFill>
          <p:spPr>
            <a:xfrm>
              <a:off x="9564425" y="3894732"/>
              <a:ext cx="708632" cy="514540"/>
            </a:xfrm>
            <a:prstGeom prst="rect">
              <a:avLst/>
            </a:prstGeom>
          </p:spPr>
        </p:pic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886BCA72-2899-B76B-E65B-543D44088904}"/>
                </a:ext>
              </a:extLst>
            </p:cNvPr>
            <p:cNvSpPr txBox="1"/>
            <p:nvPr/>
          </p:nvSpPr>
          <p:spPr>
            <a:xfrm>
              <a:off x="9786892" y="3533807"/>
              <a:ext cx="984986" cy="379912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77500" lnSpcReduction="20000"/>
            </a:bodyPr>
            <a:lstStyle/>
            <a:p>
              <a:pPr algn="l"/>
              <a:r>
                <a:rPr lang="fr-FR" sz="1400" b="0" i="0" dirty="0" err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Frontiere</a:t>
              </a:r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</a:p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box</a:t>
              </a: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C3990E95-4F47-1D55-DC01-51F03A68F3AF}"/>
              </a:ext>
            </a:extLst>
          </p:cNvPr>
          <p:cNvGrpSpPr/>
          <p:nvPr/>
        </p:nvGrpSpPr>
        <p:grpSpPr>
          <a:xfrm>
            <a:off x="9057536" y="1540354"/>
            <a:ext cx="1294553" cy="1126387"/>
            <a:chOff x="9980502" y="1932552"/>
            <a:chExt cx="1294553" cy="1126387"/>
          </a:xfrm>
        </p:grpSpPr>
        <p:pic>
          <p:nvPicPr>
            <p:cNvPr id="63" name="Image 62">
              <a:extLst>
                <a:ext uri="{FF2B5EF4-FFF2-40B4-BE49-F238E27FC236}">
                  <a16:creationId xmlns:a16="http://schemas.microsoft.com/office/drawing/2014/main" id="{FF6DAAAE-DBA3-FEDB-0B52-13212AD10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980502" y="2076359"/>
              <a:ext cx="601157" cy="982580"/>
            </a:xfrm>
            <a:prstGeom prst="rect">
              <a:avLst/>
            </a:prstGeom>
          </p:spPr>
        </p:pic>
        <p:sp>
          <p:nvSpPr>
            <p:cNvPr id="64" name="ZoneTexte 63">
              <a:extLst>
                <a:ext uri="{FF2B5EF4-FFF2-40B4-BE49-F238E27FC236}">
                  <a16:creationId xmlns:a16="http://schemas.microsoft.com/office/drawing/2014/main" id="{D915610D-F678-B25F-1218-F404DB155234}"/>
                </a:ext>
              </a:extLst>
            </p:cNvPr>
            <p:cNvSpPr txBox="1"/>
            <p:nvPr/>
          </p:nvSpPr>
          <p:spPr>
            <a:xfrm>
              <a:off x="10290069" y="1932552"/>
              <a:ext cx="984986" cy="28213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DEIE</a:t>
              </a: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FD659371-7FCE-F927-56E6-E989761F3C26}"/>
              </a:ext>
            </a:extLst>
          </p:cNvPr>
          <p:cNvGrpSpPr/>
          <p:nvPr/>
        </p:nvGrpSpPr>
        <p:grpSpPr>
          <a:xfrm>
            <a:off x="9904132" y="2846463"/>
            <a:ext cx="1228764" cy="817813"/>
            <a:chOff x="10949355" y="3895924"/>
            <a:chExt cx="1228764" cy="817813"/>
          </a:xfrm>
        </p:grpSpPr>
        <p:pic>
          <p:nvPicPr>
            <p:cNvPr id="66" name="Image 65">
              <a:extLst>
                <a:ext uri="{FF2B5EF4-FFF2-40B4-BE49-F238E27FC236}">
                  <a16:creationId xmlns:a16="http://schemas.microsoft.com/office/drawing/2014/main" id="{E7007322-4B90-CE1C-4ECD-E08E1E7E5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949355" y="3963811"/>
              <a:ext cx="749926" cy="749926"/>
            </a:xfrm>
            <a:prstGeom prst="rect">
              <a:avLst/>
            </a:prstGeom>
          </p:spPr>
        </p:pic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5E514AE1-DE27-201A-3C4C-52D78BAF77FC}"/>
                </a:ext>
              </a:extLst>
            </p:cNvPr>
            <p:cNvSpPr txBox="1"/>
            <p:nvPr/>
          </p:nvSpPr>
          <p:spPr>
            <a:xfrm>
              <a:off x="11193133" y="3895924"/>
              <a:ext cx="984986" cy="28213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r>
                <a:rPr lang="fr-FR" sz="9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48V</a:t>
              </a:r>
            </a:p>
          </p:txBody>
        </p:sp>
      </p:grp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F71622BA-D9BE-CDF6-28E9-2054118729AA}"/>
              </a:ext>
            </a:extLst>
          </p:cNvPr>
          <p:cNvCxnSpPr/>
          <p:nvPr/>
        </p:nvCxnSpPr>
        <p:spPr>
          <a:xfrm>
            <a:off x="1500996" y="2180769"/>
            <a:ext cx="0" cy="784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1B59FC0A-1C01-2344-C953-79D3FD9C0CCC}"/>
              </a:ext>
            </a:extLst>
          </p:cNvPr>
          <p:cNvCxnSpPr/>
          <p:nvPr/>
        </p:nvCxnSpPr>
        <p:spPr>
          <a:xfrm>
            <a:off x="1142564" y="2958215"/>
            <a:ext cx="0" cy="784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D73A5F42-06B1-9707-E950-8A16CD8C8E4C}"/>
              </a:ext>
            </a:extLst>
          </p:cNvPr>
          <p:cNvCxnSpPr/>
          <p:nvPr/>
        </p:nvCxnSpPr>
        <p:spPr>
          <a:xfrm>
            <a:off x="1142564" y="2958215"/>
            <a:ext cx="358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49124C6C-CB88-958E-1DB7-E0FCAB46E8F5}"/>
              </a:ext>
            </a:extLst>
          </p:cNvPr>
          <p:cNvCxnSpPr/>
          <p:nvPr/>
        </p:nvCxnSpPr>
        <p:spPr>
          <a:xfrm>
            <a:off x="1142564" y="3742306"/>
            <a:ext cx="358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CA8558FC-A81C-07CD-6D54-03F56D0081EC}"/>
              </a:ext>
            </a:extLst>
          </p:cNvPr>
          <p:cNvCxnSpPr>
            <a:cxnSpLocks/>
          </p:cNvCxnSpPr>
          <p:nvPr/>
        </p:nvCxnSpPr>
        <p:spPr>
          <a:xfrm>
            <a:off x="1225224" y="3147906"/>
            <a:ext cx="0" cy="433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CA571927-947C-D2A5-009E-9FA9DDB4BFB7}"/>
              </a:ext>
            </a:extLst>
          </p:cNvPr>
          <p:cNvCxnSpPr>
            <a:cxnSpLocks/>
          </p:cNvCxnSpPr>
          <p:nvPr/>
        </p:nvCxnSpPr>
        <p:spPr>
          <a:xfrm>
            <a:off x="1225224" y="3147906"/>
            <a:ext cx="2151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546C8E5D-4671-1E3B-D73B-1AD78929D65F}"/>
              </a:ext>
            </a:extLst>
          </p:cNvPr>
          <p:cNvCxnSpPr>
            <a:cxnSpLocks/>
          </p:cNvCxnSpPr>
          <p:nvPr/>
        </p:nvCxnSpPr>
        <p:spPr>
          <a:xfrm>
            <a:off x="1225224" y="3581611"/>
            <a:ext cx="358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E895CB2D-D48B-AF7D-B82E-072CF6D803F7}"/>
              </a:ext>
            </a:extLst>
          </p:cNvPr>
          <p:cNvCxnSpPr>
            <a:cxnSpLocks/>
          </p:cNvCxnSpPr>
          <p:nvPr/>
        </p:nvCxnSpPr>
        <p:spPr>
          <a:xfrm>
            <a:off x="3382936" y="2248487"/>
            <a:ext cx="0" cy="89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53D16DB9-C885-FB6E-7493-B50371366010}"/>
              </a:ext>
            </a:extLst>
          </p:cNvPr>
          <p:cNvCxnSpPr>
            <a:cxnSpLocks/>
          </p:cNvCxnSpPr>
          <p:nvPr/>
        </p:nvCxnSpPr>
        <p:spPr>
          <a:xfrm>
            <a:off x="1224287" y="4019612"/>
            <a:ext cx="3584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AC7B8231-DAA0-BBBA-8481-05C61EC0498E}"/>
              </a:ext>
            </a:extLst>
          </p:cNvPr>
          <p:cNvCxnSpPr>
            <a:cxnSpLocks/>
          </p:cNvCxnSpPr>
          <p:nvPr/>
        </p:nvCxnSpPr>
        <p:spPr>
          <a:xfrm>
            <a:off x="1213058" y="4019612"/>
            <a:ext cx="4502" cy="2153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84968421-0728-DD53-342A-E3823A6F2404}"/>
              </a:ext>
            </a:extLst>
          </p:cNvPr>
          <p:cNvCxnSpPr>
            <a:cxnSpLocks/>
          </p:cNvCxnSpPr>
          <p:nvPr/>
        </p:nvCxnSpPr>
        <p:spPr>
          <a:xfrm flipV="1">
            <a:off x="1214134" y="4214263"/>
            <a:ext cx="1787858" cy="108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4D2D73F0-B20F-3236-CA34-ED1C3C46022F}"/>
              </a:ext>
            </a:extLst>
          </p:cNvPr>
          <p:cNvCxnSpPr>
            <a:stCxn id="36" idx="1"/>
          </p:cNvCxnSpPr>
          <p:nvPr/>
        </p:nvCxnSpPr>
        <p:spPr>
          <a:xfrm flipH="1">
            <a:off x="2751826" y="2180769"/>
            <a:ext cx="15087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70C9A770-96A2-0A82-2859-A311E4DBA585}"/>
              </a:ext>
            </a:extLst>
          </p:cNvPr>
          <p:cNvCxnSpPr>
            <a:cxnSpLocks/>
          </p:cNvCxnSpPr>
          <p:nvPr/>
        </p:nvCxnSpPr>
        <p:spPr>
          <a:xfrm flipH="1">
            <a:off x="2761200" y="1613264"/>
            <a:ext cx="7094" cy="56750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EC3421C3-2AE0-40AF-0282-470A5DBC0FEE}"/>
              </a:ext>
            </a:extLst>
          </p:cNvPr>
          <p:cNvCxnSpPr>
            <a:cxnSpLocks/>
          </p:cNvCxnSpPr>
          <p:nvPr/>
        </p:nvCxnSpPr>
        <p:spPr>
          <a:xfrm flipH="1" flipV="1">
            <a:off x="2769625" y="1623128"/>
            <a:ext cx="2138806" cy="4605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2957A5F2-87EA-7339-D8DA-34DBE74FD8DA}"/>
              </a:ext>
            </a:extLst>
          </p:cNvPr>
          <p:cNvCxnSpPr>
            <a:cxnSpLocks/>
          </p:cNvCxnSpPr>
          <p:nvPr/>
        </p:nvCxnSpPr>
        <p:spPr>
          <a:xfrm>
            <a:off x="4906131" y="1623128"/>
            <a:ext cx="0" cy="45025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C5B02B67-A227-EA23-B2F9-4B0701320F4C}"/>
              </a:ext>
            </a:extLst>
          </p:cNvPr>
          <p:cNvCxnSpPr>
            <a:cxnSpLocks/>
          </p:cNvCxnSpPr>
          <p:nvPr/>
        </p:nvCxnSpPr>
        <p:spPr>
          <a:xfrm flipH="1" flipV="1">
            <a:off x="4906131" y="2077203"/>
            <a:ext cx="64658" cy="997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84" name="Rectangle 83">
            <a:extLst>
              <a:ext uri="{FF2B5EF4-FFF2-40B4-BE49-F238E27FC236}">
                <a16:creationId xmlns:a16="http://schemas.microsoft.com/office/drawing/2014/main" id="{2866CC16-286B-0763-0D09-E4F7082B552E}"/>
              </a:ext>
            </a:extLst>
          </p:cNvPr>
          <p:cNvSpPr/>
          <p:nvPr/>
        </p:nvSpPr>
        <p:spPr>
          <a:xfrm>
            <a:off x="646981" y="5662700"/>
            <a:ext cx="10241630" cy="6683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FF3370FC-90CD-3874-0C64-DC2D0B6F8336}"/>
              </a:ext>
            </a:extLst>
          </p:cNvPr>
          <p:cNvCxnSpPr>
            <a:cxnSpLocks/>
          </p:cNvCxnSpPr>
          <p:nvPr/>
        </p:nvCxnSpPr>
        <p:spPr>
          <a:xfrm flipV="1">
            <a:off x="5881279" y="3244950"/>
            <a:ext cx="0" cy="8854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6" name="Image 85">
            <a:extLst>
              <a:ext uri="{FF2B5EF4-FFF2-40B4-BE49-F238E27FC236}">
                <a16:creationId xmlns:a16="http://schemas.microsoft.com/office/drawing/2014/main" id="{A4825B9E-1DA2-C9FA-F0FF-72CDDD7CC7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7985" y="2505647"/>
            <a:ext cx="996529" cy="996529"/>
          </a:xfrm>
          <a:prstGeom prst="rect">
            <a:avLst/>
          </a:prstGeom>
        </p:spPr>
      </p:pic>
      <p:pic>
        <p:nvPicPr>
          <p:cNvPr id="87" name="Image 86">
            <a:extLst>
              <a:ext uri="{FF2B5EF4-FFF2-40B4-BE49-F238E27FC236}">
                <a16:creationId xmlns:a16="http://schemas.microsoft.com/office/drawing/2014/main" id="{6972520F-88FB-7064-8028-133C116496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6525" y="2599193"/>
            <a:ext cx="762938" cy="762938"/>
          </a:xfrm>
          <a:prstGeom prst="rect">
            <a:avLst/>
          </a:prstGeom>
        </p:spPr>
      </p:pic>
      <p:sp>
        <p:nvSpPr>
          <p:cNvPr id="88" name="Ellipse 87">
            <a:extLst>
              <a:ext uri="{FF2B5EF4-FFF2-40B4-BE49-F238E27FC236}">
                <a16:creationId xmlns:a16="http://schemas.microsoft.com/office/drawing/2014/main" id="{75D94A25-7280-6D00-3AE2-329B4E342660}"/>
              </a:ext>
            </a:extLst>
          </p:cNvPr>
          <p:cNvSpPr/>
          <p:nvPr/>
        </p:nvSpPr>
        <p:spPr>
          <a:xfrm>
            <a:off x="6080707" y="924423"/>
            <a:ext cx="883832" cy="407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Alim 230V</a:t>
            </a:r>
          </a:p>
        </p:txBody>
      </p: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C8D1CF04-B309-AA0B-3BF5-59BE52A7434D}"/>
              </a:ext>
            </a:extLst>
          </p:cNvPr>
          <p:cNvCxnSpPr>
            <a:cxnSpLocks/>
          </p:cNvCxnSpPr>
          <p:nvPr/>
        </p:nvCxnSpPr>
        <p:spPr>
          <a:xfrm flipV="1">
            <a:off x="6509185" y="1351224"/>
            <a:ext cx="0" cy="134697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767B6BCD-1328-7CF7-4DBB-B6FA169B1C23}"/>
              </a:ext>
            </a:extLst>
          </p:cNvPr>
          <p:cNvSpPr txBox="1"/>
          <p:nvPr/>
        </p:nvSpPr>
        <p:spPr>
          <a:xfrm>
            <a:off x="6449808" y="2380400"/>
            <a:ext cx="735587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05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230/24V</a:t>
            </a:r>
            <a:endParaRPr lang="fr-FR" sz="11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fr-FR" sz="11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5307A3E8-FAB8-EB69-8A48-5C35062B97E0}"/>
              </a:ext>
            </a:extLst>
          </p:cNvPr>
          <p:cNvCxnSpPr>
            <a:cxnSpLocks/>
          </p:cNvCxnSpPr>
          <p:nvPr/>
        </p:nvCxnSpPr>
        <p:spPr>
          <a:xfrm flipH="1">
            <a:off x="5172292" y="3059923"/>
            <a:ext cx="55160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ZoneTexte 91">
            <a:extLst>
              <a:ext uri="{FF2B5EF4-FFF2-40B4-BE49-F238E27FC236}">
                <a16:creationId xmlns:a16="http://schemas.microsoft.com/office/drawing/2014/main" id="{3E3C8A3F-4739-1505-446D-74D428F0112C}"/>
              </a:ext>
            </a:extLst>
          </p:cNvPr>
          <p:cNvSpPr txBox="1"/>
          <p:nvPr/>
        </p:nvSpPr>
        <p:spPr>
          <a:xfrm>
            <a:off x="5172292" y="3087859"/>
            <a:ext cx="761336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05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24V</a:t>
            </a:r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3" name="ZoneTexte 92">
            <a:extLst>
              <a:ext uri="{FF2B5EF4-FFF2-40B4-BE49-F238E27FC236}">
                <a16:creationId xmlns:a16="http://schemas.microsoft.com/office/drawing/2014/main" id="{41181215-3B68-AC89-9A2C-0D39D8397B9B}"/>
              </a:ext>
            </a:extLst>
          </p:cNvPr>
          <p:cNvSpPr txBox="1"/>
          <p:nvPr/>
        </p:nvSpPr>
        <p:spPr>
          <a:xfrm>
            <a:off x="5897297" y="3598756"/>
            <a:ext cx="761336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05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12V</a:t>
            </a:r>
          </a:p>
          <a:p>
            <a:pPr algn="l"/>
            <a:endParaRPr lang="fr-FR" sz="105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C8EE6329-6F56-F1DD-B9D4-15EFD4FB8B46}"/>
              </a:ext>
            </a:extLst>
          </p:cNvPr>
          <p:cNvSpPr/>
          <p:nvPr/>
        </p:nvSpPr>
        <p:spPr>
          <a:xfrm>
            <a:off x="4620164" y="2837741"/>
            <a:ext cx="573673" cy="407045"/>
          </a:xfrm>
          <a:prstGeom prst="ellipse">
            <a:avLst/>
          </a:prstGeom>
          <a:solidFill>
            <a:schemeClr val="accent4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dirty="0">
                <a:solidFill>
                  <a:schemeClr val="tx1"/>
                </a:solidFill>
              </a:rPr>
              <a:t>Alim</a:t>
            </a:r>
          </a:p>
        </p:txBody>
      </p:sp>
      <p:sp>
        <p:nvSpPr>
          <p:cNvPr id="95" name="Ellipse 94">
            <a:extLst>
              <a:ext uri="{FF2B5EF4-FFF2-40B4-BE49-F238E27FC236}">
                <a16:creationId xmlns:a16="http://schemas.microsoft.com/office/drawing/2014/main" id="{E4EFA24C-3264-FC19-4A60-FB889163F521}"/>
              </a:ext>
            </a:extLst>
          </p:cNvPr>
          <p:cNvSpPr/>
          <p:nvPr/>
        </p:nvSpPr>
        <p:spPr>
          <a:xfrm>
            <a:off x="3938597" y="4161937"/>
            <a:ext cx="138001" cy="144436"/>
          </a:xfrm>
          <a:prstGeom prst="ellipse">
            <a:avLst/>
          </a:prstGeom>
          <a:solidFill>
            <a:schemeClr val="accent4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00" dirty="0">
              <a:solidFill>
                <a:schemeClr val="tx1"/>
              </a:solidFill>
            </a:endParaRP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A3887D1-FAE5-3877-B8CB-E62D46CCD7C0}"/>
              </a:ext>
            </a:extLst>
          </p:cNvPr>
          <p:cNvCxnSpPr>
            <a:cxnSpLocks/>
          </p:cNvCxnSpPr>
          <p:nvPr/>
        </p:nvCxnSpPr>
        <p:spPr>
          <a:xfrm>
            <a:off x="11097328" y="1917259"/>
            <a:ext cx="3927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B4FBB936-9882-2B45-F446-B2ED1CE5CC54}"/>
              </a:ext>
            </a:extLst>
          </p:cNvPr>
          <p:cNvCxnSpPr>
            <a:cxnSpLocks/>
          </p:cNvCxnSpPr>
          <p:nvPr/>
        </p:nvCxnSpPr>
        <p:spPr>
          <a:xfrm flipH="1">
            <a:off x="11097328" y="2150888"/>
            <a:ext cx="39277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57F08449-E1FE-0F52-C04E-30AAA7580EEB}"/>
              </a:ext>
            </a:extLst>
          </p:cNvPr>
          <p:cNvCxnSpPr>
            <a:cxnSpLocks/>
          </p:cNvCxnSpPr>
          <p:nvPr/>
        </p:nvCxnSpPr>
        <p:spPr>
          <a:xfrm flipH="1">
            <a:off x="11097328" y="2390493"/>
            <a:ext cx="39277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ZoneTexte 98">
            <a:extLst>
              <a:ext uri="{FF2B5EF4-FFF2-40B4-BE49-F238E27FC236}">
                <a16:creationId xmlns:a16="http://schemas.microsoft.com/office/drawing/2014/main" id="{A976D37C-5E83-2B99-24BA-4F808A547D62}"/>
              </a:ext>
            </a:extLst>
          </p:cNvPr>
          <p:cNvSpPr txBox="1"/>
          <p:nvPr/>
        </p:nvSpPr>
        <p:spPr>
          <a:xfrm>
            <a:off x="11484409" y="1766962"/>
            <a:ext cx="761336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1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RJ45</a:t>
            </a:r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6CD172C6-AD69-3CCA-A96F-BF3EC0303434}"/>
              </a:ext>
            </a:extLst>
          </p:cNvPr>
          <p:cNvSpPr txBox="1"/>
          <p:nvPr/>
        </p:nvSpPr>
        <p:spPr>
          <a:xfrm>
            <a:off x="11484409" y="1971045"/>
            <a:ext cx="761336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1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Coaxial</a:t>
            </a:r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498F3E19-D85D-C97A-1208-1B5F1DE85CB5}"/>
              </a:ext>
            </a:extLst>
          </p:cNvPr>
          <p:cNvSpPr txBox="1"/>
          <p:nvPr/>
        </p:nvSpPr>
        <p:spPr>
          <a:xfrm>
            <a:off x="11479539" y="2225283"/>
            <a:ext cx="811132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47500" lnSpcReduction="20000"/>
          </a:bodyPr>
          <a:lstStyle/>
          <a:p>
            <a:pPr algn="l"/>
            <a:r>
              <a:rPr lang="fr-FR" sz="20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standard Wire</a:t>
            </a:r>
          </a:p>
          <a:p>
            <a:pPr algn="l"/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C6662934-258D-12F5-CB79-29C614BC59B3}"/>
              </a:ext>
            </a:extLst>
          </p:cNvPr>
          <p:cNvCxnSpPr>
            <a:cxnSpLocks/>
          </p:cNvCxnSpPr>
          <p:nvPr/>
        </p:nvCxnSpPr>
        <p:spPr>
          <a:xfrm flipV="1">
            <a:off x="8418626" y="3441587"/>
            <a:ext cx="0" cy="8854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ZoneTexte 102">
            <a:extLst>
              <a:ext uri="{FF2B5EF4-FFF2-40B4-BE49-F238E27FC236}">
                <a16:creationId xmlns:a16="http://schemas.microsoft.com/office/drawing/2014/main" id="{5E8477F3-8061-B643-B878-A13A10965B42}"/>
              </a:ext>
            </a:extLst>
          </p:cNvPr>
          <p:cNvSpPr txBox="1"/>
          <p:nvPr/>
        </p:nvSpPr>
        <p:spPr>
          <a:xfrm>
            <a:off x="8434644" y="3795393"/>
            <a:ext cx="761336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05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12V</a:t>
            </a:r>
          </a:p>
          <a:p>
            <a:pPr algn="l"/>
            <a:endParaRPr lang="fr-FR" sz="105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4CD78165-BC62-A3DB-11CF-6ACD8CD95380}"/>
              </a:ext>
            </a:extLst>
          </p:cNvPr>
          <p:cNvCxnSpPr/>
          <p:nvPr/>
        </p:nvCxnSpPr>
        <p:spPr>
          <a:xfrm>
            <a:off x="7574994" y="2174124"/>
            <a:ext cx="0" cy="784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Ellipse 104">
            <a:extLst>
              <a:ext uri="{FF2B5EF4-FFF2-40B4-BE49-F238E27FC236}">
                <a16:creationId xmlns:a16="http://schemas.microsoft.com/office/drawing/2014/main" id="{4AFA2FC9-9604-DCD7-9950-94A4B683EA60}"/>
              </a:ext>
            </a:extLst>
          </p:cNvPr>
          <p:cNvSpPr/>
          <p:nvPr/>
        </p:nvSpPr>
        <p:spPr>
          <a:xfrm>
            <a:off x="2157085" y="3800456"/>
            <a:ext cx="137999" cy="13907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6ACB8BBA-F7C3-C04C-20B5-A3A5C5778CE6}"/>
              </a:ext>
            </a:extLst>
          </p:cNvPr>
          <p:cNvCxnSpPr>
            <a:cxnSpLocks/>
          </p:cNvCxnSpPr>
          <p:nvPr/>
        </p:nvCxnSpPr>
        <p:spPr>
          <a:xfrm flipH="1">
            <a:off x="7227639" y="3198413"/>
            <a:ext cx="42744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7" name="Ellipse 106">
            <a:extLst>
              <a:ext uri="{FF2B5EF4-FFF2-40B4-BE49-F238E27FC236}">
                <a16:creationId xmlns:a16="http://schemas.microsoft.com/office/drawing/2014/main" id="{AA190627-D635-A191-BA72-9E06B231E65C}"/>
              </a:ext>
            </a:extLst>
          </p:cNvPr>
          <p:cNvSpPr/>
          <p:nvPr/>
        </p:nvSpPr>
        <p:spPr>
          <a:xfrm>
            <a:off x="7148921" y="3146113"/>
            <a:ext cx="97609" cy="107295"/>
          </a:xfrm>
          <a:prstGeom prst="ellipse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AB0E15E6-AF36-D265-2670-45C1886D4CF4}"/>
              </a:ext>
            </a:extLst>
          </p:cNvPr>
          <p:cNvCxnSpPr>
            <a:cxnSpLocks/>
          </p:cNvCxnSpPr>
          <p:nvPr/>
        </p:nvCxnSpPr>
        <p:spPr>
          <a:xfrm flipH="1">
            <a:off x="11097328" y="2616445"/>
            <a:ext cx="392773" cy="376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4196B48D-73E8-A956-7080-56709E3177BF}"/>
              </a:ext>
            </a:extLst>
          </p:cNvPr>
          <p:cNvSpPr/>
          <p:nvPr/>
        </p:nvSpPr>
        <p:spPr>
          <a:xfrm>
            <a:off x="2822642" y="5783029"/>
            <a:ext cx="1111333" cy="4230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Cell</a:t>
            </a:r>
            <a:endParaRPr lang="fr-FR" sz="1400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protection</a:t>
            </a:r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07F95321-BCC9-8A24-C92B-589C73C6D9F1}"/>
              </a:ext>
            </a:extLst>
          </p:cNvPr>
          <p:cNvCxnSpPr>
            <a:cxnSpLocks/>
            <a:endCxn id="109" idx="0"/>
          </p:cNvCxnSpPr>
          <p:nvPr/>
        </p:nvCxnSpPr>
        <p:spPr>
          <a:xfrm>
            <a:off x="3376959" y="4306373"/>
            <a:ext cx="1350" cy="1476656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2261B674-B57D-6AA6-EC00-08F8E3951878}"/>
              </a:ext>
            </a:extLst>
          </p:cNvPr>
          <p:cNvCxnSpPr>
            <a:stCxn id="109" idx="3"/>
          </p:cNvCxnSpPr>
          <p:nvPr/>
        </p:nvCxnSpPr>
        <p:spPr>
          <a:xfrm flipV="1">
            <a:off x="3933975" y="5994563"/>
            <a:ext cx="2356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tangle : coins arrondis 111">
            <a:extLst>
              <a:ext uri="{FF2B5EF4-FFF2-40B4-BE49-F238E27FC236}">
                <a16:creationId xmlns:a16="http://schemas.microsoft.com/office/drawing/2014/main" id="{381702BA-E270-BB60-63C5-070FA815B054}"/>
              </a:ext>
            </a:extLst>
          </p:cNvPr>
          <p:cNvSpPr/>
          <p:nvPr/>
        </p:nvSpPr>
        <p:spPr>
          <a:xfrm>
            <a:off x="4152725" y="5783028"/>
            <a:ext cx="1111333" cy="42306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>
                <a:solidFill>
                  <a:schemeClr val="tx1"/>
                </a:solidFill>
              </a:rPr>
              <a:t>Motor</a:t>
            </a:r>
            <a:endParaRPr lang="fr-FR" sz="1400" dirty="0">
              <a:solidFill>
                <a:schemeClr val="tx1"/>
              </a:solidFill>
            </a:endParaRPr>
          </a:p>
        </p:txBody>
      </p: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2DC72AA3-DDDC-B3F5-A75F-7BD3D8E3F197}"/>
              </a:ext>
            </a:extLst>
          </p:cNvPr>
          <p:cNvCxnSpPr>
            <a:cxnSpLocks/>
          </p:cNvCxnSpPr>
          <p:nvPr/>
        </p:nvCxnSpPr>
        <p:spPr>
          <a:xfrm flipV="1">
            <a:off x="10182985" y="2215182"/>
            <a:ext cx="0" cy="88549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0021ACBB-986B-662B-9FD6-28CC555088E3}"/>
              </a:ext>
            </a:extLst>
          </p:cNvPr>
          <p:cNvCxnSpPr>
            <a:cxnSpLocks/>
          </p:cNvCxnSpPr>
          <p:nvPr/>
        </p:nvCxnSpPr>
        <p:spPr>
          <a:xfrm flipH="1">
            <a:off x="9625951" y="2220612"/>
            <a:ext cx="551607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lipse 114">
            <a:extLst>
              <a:ext uri="{FF2B5EF4-FFF2-40B4-BE49-F238E27FC236}">
                <a16:creationId xmlns:a16="http://schemas.microsoft.com/office/drawing/2014/main" id="{B876285A-7A60-7DC0-D7EA-E54763A47655}"/>
              </a:ext>
            </a:extLst>
          </p:cNvPr>
          <p:cNvSpPr/>
          <p:nvPr/>
        </p:nvSpPr>
        <p:spPr>
          <a:xfrm>
            <a:off x="10449423" y="3970619"/>
            <a:ext cx="883832" cy="40704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dirty="0">
                <a:solidFill>
                  <a:schemeClr val="tx1"/>
                </a:solidFill>
              </a:rPr>
              <a:t>Alim 230V</a:t>
            </a:r>
          </a:p>
        </p:txBody>
      </p:sp>
      <p:cxnSp>
        <p:nvCxnSpPr>
          <p:cNvPr id="116" name="Connecteur droit 115">
            <a:extLst>
              <a:ext uri="{FF2B5EF4-FFF2-40B4-BE49-F238E27FC236}">
                <a16:creationId xmlns:a16="http://schemas.microsoft.com/office/drawing/2014/main" id="{FCCFC59D-70DA-3AA7-98CC-0F6651AB41EB}"/>
              </a:ext>
            </a:extLst>
          </p:cNvPr>
          <p:cNvCxnSpPr>
            <a:cxnSpLocks/>
          </p:cNvCxnSpPr>
          <p:nvPr/>
        </p:nvCxnSpPr>
        <p:spPr>
          <a:xfrm>
            <a:off x="9392672" y="2505647"/>
            <a:ext cx="0" cy="1513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BCF34894-8CE8-93E1-FFA3-951EE84CCE93}"/>
              </a:ext>
            </a:extLst>
          </p:cNvPr>
          <p:cNvCxnSpPr>
            <a:cxnSpLocks/>
          </p:cNvCxnSpPr>
          <p:nvPr/>
        </p:nvCxnSpPr>
        <p:spPr>
          <a:xfrm flipH="1" flipV="1">
            <a:off x="3634134" y="4326683"/>
            <a:ext cx="4370" cy="1073453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400796A9-B0CC-4ADF-EFCA-5272854AE2FE}"/>
              </a:ext>
            </a:extLst>
          </p:cNvPr>
          <p:cNvCxnSpPr>
            <a:cxnSpLocks/>
          </p:cNvCxnSpPr>
          <p:nvPr/>
        </p:nvCxnSpPr>
        <p:spPr>
          <a:xfrm flipH="1">
            <a:off x="3638504" y="5400884"/>
            <a:ext cx="575416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1B227334-4CD6-EEF9-1A50-A91A3849A62D}"/>
              </a:ext>
            </a:extLst>
          </p:cNvPr>
          <p:cNvCxnSpPr>
            <a:cxnSpLocks/>
          </p:cNvCxnSpPr>
          <p:nvPr/>
        </p:nvCxnSpPr>
        <p:spPr>
          <a:xfrm flipV="1">
            <a:off x="10182985" y="4127281"/>
            <a:ext cx="0" cy="186728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D055EE6C-7242-D215-AF4A-9BA6E42C7B0A}"/>
              </a:ext>
            </a:extLst>
          </p:cNvPr>
          <p:cNvSpPr txBox="1"/>
          <p:nvPr/>
        </p:nvSpPr>
        <p:spPr>
          <a:xfrm>
            <a:off x="9816854" y="2003914"/>
            <a:ext cx="984986" cy="28213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fr-FR" sz="9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48V</a:t>
            </a:r>
            <a:endParaRPr lang="fr-FR" sz="9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487ED7BE-9122-10C7-9261-CCCA0EAB4B9A}"/>
              </a:ext>
            </a:extLst>
          </p:cNvPr>
          <p:cNvSpPr txBox="1"/>
          <p:nvPr/>
        </p:nvSpPr>
        <p:spPr>
          <a:xfrm>
            <a:off x="10234999" y="4658604"/>
            <a:ext cx="984986" cy="28213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fr-FR" sz="9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48V</a:t>
            </a:r>
            <a:endParaRPr lang="fr-FR" sz="9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5815A707-CEB4-B46E-906C-8D6D24B52D8B}"/>
              </a:ext>
            </a:extLst>
          </p:cNvPr>
          <p:cNvSpPr txBox="1"/>
          <p:nvPr/>
        </p:nvSpPr>
        <p:spPr>
          <a:xfrm>
            <a:off x="9392671" y="4715134"/>
            <a:ext cx="761336" cy="347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9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24V</a:t>
            </a:r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23" name="Image 122">
            <a:extLst>
              <a:ext uri="{FF2B5EF4-FFF2-40B4-BE49-F238E27FC236}">
                <a16:creationId xmlns:a16="http://schemas.microsoft.com/office/drawing/2014/main" id="{62B2BB6F-19F1-98B1-1B84-96BA509C4D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5225" y="2657928"/>
            <a:ext cx="996529" cy="996529"/>
          </a:xfrm>
          <a:prstGeom prst="rect">
            <a:avLst/>
          </a:prstGeom>
        </p:spPr>
      </p:pic>
      <p:sp>
        <p:nvSpPr>
          <p:cNvPr id="247" name="Titre 2">
            <a:extLst>
              <a:ext uri="{FF2B5EF4-FFF2-40B4-BE49-F238E27FC236}">
                <a16:creationId xmlns:a16="http://schemas.microsoft.com/office/drawing/2014/main" id="{7AB771BF-6AB9-7175-6979-6B8CB80AEBAE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Current situation in France</a:t>
            </a:r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39776AB2-F97E-D195-18FA-CC9095A9F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749399"/>
          </a:xfrm>
        </p:spPr>
        <p:txBody>
          <a:bodyPr/>
          <a:lstStyle/>
          <a:p>
            <a:r>
              <a:rPr lang="en-GB" dirty="0"/>
              <a:t>Hardware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49127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7D0C-8A64-6649-F91A-2C518CEB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90FD9D6-480C-B5E2-1DD0-277E42B0F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47" name="Titre 2">
            <a:extLst>
              <a:ext uri="{FF2B5EF4-FFF2-40B4-BE49-F238E27FC236}">
                <a16:creationId xmlns:a16="http://schemas.microsoft.com/office/drawing/2014/main" id="{A9BB81E4-AAEB-6B5B-722B-B824EA1F5009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Current situation in France</a:t>
            </a:r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6E7B98CB-1E8E-BBB5-CF65-633098FD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749399"/>
          </a:xfrm>
        </p:spPr>
        <p:txBody>
          <a:bodyPr/>
          <a:lstStyle/>
          <a:p>
            <a:r>
              <a:rPr lang="en-GB" dirty="0"/>
              <a:t>Hardware architecture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0DC511F-4AB1-E0EA-79B8-B3DF29AEE058}"/>
              </a:ext>
            </a:extLst>
          </p:cNvPr>
          <p:cNvCxnSpPr>
            <a:cxnSpLocks/>
          </p:cNvCxnSpPr>
          <p:nvPr/>
        </p:nvCxnSpPr>
        <p:spPr>
          <a:xfrm flipV="1">
            <a:off x="4577917" y="5306662"/>
            <a:ext cx="723944" cy="10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44B4F44-6476-48B0-AFA3-29663124AE21}"/>
              </a:ext>
            </a:extLst>
          </p:cNvPr>
          <p:cNvCxnSpPr>
            <a:cxnSpLocks/>
          </p:cNvCxnSpPr>
          <p:nvPr/>
        </p:nvCxnSpPr>
        <p:spPr>
          <a:xfrm>
            <a:off x="2164664" y="5291648"/>
            <a:ext cx="740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e 4">
            <a:extLst>
              <a:ext uri="{FF2B5EF4-FFF2-40B4-BE49-F238E27FC236}">
                <a16:creationId xmlns:a16="http://schemas.microsoft.com/office/drawing/2014/main" id="{C8EFDC0C-4EC3-9F8E-485A-981A2CF17CD6}"/>
              </a:ext>
            </a:extLst>
          </p:cNvPr>
          <p:cNvGrpSpPr/>
          <p:nvPr/>
        </p:nvGrpSpPr>
        <p:grpSpPr>
          <a:xfrm>
            <a:off x="1347375" y="3712440"/>
            <a:ext cx="1925545" cy="582777"/>
            <a:chOff x="491256" y="2290207"/>
            <a:chExt cx="1925545" cy="582777"/>
          </a:xfrm>
        </p:grpSpPr>
        <p:pic>
          <p:nvPicPr>
            <p:cNvPr id="124" name="Image 123">
              <a:extLst>
                <a:ext uri="{FF2B5EF4-FFF2-40B4-BE49-F238E27FC236}">
                  <a16:creationId xmlns:a16="http://schemas.microsoft.com/office/drawing/2014/main" id="{302226A3-444C-3CB4-87EB-392BBAEDD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5440" y="2290207"/>
              <a:ext cx="1271361" cy="347531"/>
            </a:xfrm>
            <a:prstGeom prst="rect">
              <a:avLst/>
            </a:prstGeom>
          </p:spPr>
        </p:pic>
        <p:sp>
          <p:nvSpPr>
            <p:cNvPr id="125" name="ZoneTexte 124">
              <a:extLst>
                <a:ext uri="{FF2B5EF4-FFF2-40B4-BE49-F238E27FC236}">
                  <a16:creationId xmlns:a16="http://schemas.microsoft.com/office/drawing/2014/main" id="{CA686E36-A68E-F2E8-F227-33B5DB3E634B}"/>
                </a:ext>
              </a:extLst>
            </p:cNvPr>
            <p:cNvSpPr txBox="1"/>
            <p:nvPr/>
          </p:nvSpPr>
          <p:spPr>
            <a:xfrm>
              <a:off x="491256" y="2423873"/>
              <a:ext cx="1132787" cy="44911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Mini-PC </a:t>
              </a:r>
            </a:p>
            <a:p>
              <a:r>
                <a:rPr lang="fr-FR" sz="14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192.168.1.30</a:t>
              </a:r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2F2D7A2-A43B-FA8A-7428-1DC7B827F06E}"/>
              </a:ext>
            </a:extLst>
          </p:cNvPr>
          <p:cNvGrpSpPr/>
          <p:nvPr/>
        </p:nvGrpSpPr>
        <p:grpSpPr>
          <a:xfrm>
            <a:off x="1688454" y="2316274"/>
            <a:ext cx="1427336" cy="818570"/>
            <a:chOff x="2902881" y="2290207"/>
            <a:chExt cx="1427336" cy="818570"/>
          </a:xfrm>
        </p:grpSpPr>
        <p:pic>
          <p:nvPicPr>
            <p:cNvPr id="127" name="Image 126">
              <a:extLst>
                <a:ext uri="{FF2B5EF4-FFF2-40B4-BE49-F238E27FC236}">
                  <a16:creationId xmlns:a16="http://schemas.microsoft.com/office/drawing/2014/main" id="{FA168DF2-4558-CB3D-35DE-4A784C74A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7291" y="2290207"/>
              <a:ext cx="982926" cy="419448"/>
            </a:xfrm>
            <a:prstGeom prst="rect">
              <a:avLst/>
            </a:prstGeom>
          </p:spPr>
        </p:pic>
        <p:sp>
          <p:nvSpPr>
            <p:cNvPr id="192" name="ZoneTexte 191">
              <a:extLst>
                <a:ext uri="{FF2B5EF4-FFF2-40B4-BE49-F238E27FC236}">
                  <a16:creationId xmlns:a16="http://schemas.microsoft.com/office/drawing/2014/main" id="{3436B913-FAE1-DC85-91C0-DF39F95AAC2B}"/>
                </a:ext>
              </a:extLst>
            </p:cNvPr>
            <p:cNvSpPr txBox="1"/>
            <p:nvPr/>
          </p:nvSpPr>
          <p:spPr>
            <a:xfrm>
              <a:off x="2902881" y="2761246"/>
              <a:ext cx="1046541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70000" lnSpcReduction="2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Modem 3G/4G</a:t>
              </a:r>
            </a:p>
            <a:p>
              <a:r>
                <a:rPr lang="fr-FR" sz="14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192.168.1.1</a:t>
              </a:r>
            </a:p>
            <a:p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93" name="Groupe 192">
            <a:extLst>
              <a:ext uri="{FF2B5EF4-FFF2-40B4-BE49-F238E27FC236}">
                <a16:creationId xmlns:a16="http://schemas.microsoft.com/office/drawing/2014/main" id="{14F83472-0063-BBAC-17DE-0307EC1D3605}"/>
              </a:ext>
            </a:extLst>
          </p:cNvPr>
          <p:cNvGrpSpPr/>
          <p:nvPr/>
        </p:nvGrpSpPr>
        <p:grpSpPr>
          <a:xfrm>
            <a:off x="1347375" y="4582029"/>
            <a:ext cx="1256708" cy="1764423"/>
            <a:chOff x="3336261" y="3891618"/>
            <a:chExt cx="1256708" cy="1764423"/>
          </a:xfrm>
        </p:grpSpPr>
        <p:pic>
          <p:nvPicPr>
            <p:cNvPr id="194" name="Image 193">
              <a:extLst>
                <a:ext uri="{FF2B5EF4-FFF2-40B4-BE49-F238E27FC236}">
                  <a16:creationId xmlns:a16="http://schemas.microsoft.com/office/drawing/2014/main" id="{BF587768-7CDC-97D6-A84E-0EA3C4C1C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4165" y="3891618"/>
              <a:ext cx="967859" cy="1194514"/>
            </a:xfrm>
            <a:prstGeom prst="rect">
              <a:avLst/>
            </a:prstGeom>
          </p:spPr>
        </p:pic>
        <p:sp>
          <p:nvSpPr>
            <p:cNvPr id="195" name="ZoneTexte 194">
              <a:extLst>
                <a:ext uri="{FF2B5EF4-FFF2-40B4-BE49-F238E27FC236}">
                  <a16:creationId xmlns:a16="http://schemas.microsoft.com/office/drawing/2014/main" id="{C033211B-DEBA-7666-D1C9-FCF5CCD0C438}"/>
                </a:ext>
              </a:extLst>
            </p:cNvPr>
            <p:cNvSpPr txBox="1"/>
            <p:nvPr/>
          </p:nvSpPr>
          <p:spPr>
            <a:xfrm>
              <a:off x="3336261" y="5012355"/>
              <a:ext cx="1256708" cy="643686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r>
                <a:rPr lang="fr-FR" sz="9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Automate Master</a:t>
              </a:r>
            </a:p>
            <a:p>
              <a: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192.168.1.17 (</a:t>
              </a:r>
              <a:r>
                <a:rPr lang="fr-FR" sz="900" dirty="0" err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wago</a:t>
              </a:r>
              <a: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  <a:b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</a:br>
              <a: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192.168.1.4(siemens)</a:t>
              </a:r>
            </a:p>
            <a:p>
              <a:endParaRPr lang="fr-FR" sz="9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9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96" name="Groupe 195">
            <a:extLst>
              <a:ext uri="{FF2B5EF4-FFF2-40B4-BE49-F238E27FC236}">
                <a16:creationId xmlns:a16="http://schemas.microsoft.com/office/drawing/2014/main" id="{F3745B59-466F-C322-C16C-3BDF6814EB6F}"/>
              </a:ext>
            </a:extLst>
          </p:cNvPr>
          <p:cNvGrpSpPr/>
          <p:nvPr/>
        </p:nvGrpSpPr>
        <p:grpSpPr>
          <a:xfrm>
            <a:off x="2802198" y="4735975"/>
            <a:ext cx="941444" cy="966791"/>
            <a:chOff x="3968212" y="3600759"/>
            <a:chExt cx="1450229" cy="1404521"/>
          </a:xfrm>
        </p:grpSpPr>
        <p:pic>
          <p:nvPicPr>
            <p:cNvPr id="197" name="Image 196">
              <a:extLst>
                <a:ext uri="{FF2B5EF4-FFF2-40B4-BE49-F238E27FC236}">
                  <a16:creationId xmlns:a16="http://schemas.microsoft.com/office/drawing/2014/main" id="{90CDA9ED-8C2C-02DB-B1D8-904B8DDA1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9881" y="3810765"/>
              <a:ext cx="967859" cy="1194515"/>
            </a:xfrm>
            <a:prstGeom prst="rect">
              <a:avLst/>
            </a:prstGeom>
          </p:spPr>
        </p:pic>
        <p:sp>
          <p:nvSpPr>
            <p:cNvPr id="198" name="ZoneTexte 197">
              <a:extLst>
                <a:ext uri="{FF2B5EF4-FFF2-40B4-BE49-F238E27FC236}">
                  <a16:creationId xmlns:a16="http://schemas.microsoft.com/office/drawing/2014/main" id="{24F84E70-44D7-8082-77AD-4C53880A7BC7}"/>
                </a:ext>
              </a:extLst>
            </p:cNvPr>
            <p:cNvSpPr txBox="1"/>
            <p:nvPr/>
          </p:nvSpPr>
          <p:spPr>
            <a:xfrm>
              <a:off x="3968212" y="3600759"/>
              <a:ext cx="1450229" cy="34753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62500" lnSpcReduction="2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Automate slave</a:t>
              </a:r>
            </a:p>
          </p:txBody>
        </p:sp>
      </p:grpSp>
      <p:grpSp>
        <p:nvGrpSpPr>
          <p:cNvPr id="199" name="Groupe 198">
            <a:extLst>
              <a:ext uri="{FF2B5EF4-FFF2-40B4-BE49-F238E27FC236}">
                <a16:creationId xmlns:a16="http://schemas.microsoft.com/office/drawing/2014/main" id="{D53CB8AE-806B-D1D8-D684-A8C005530BB7}"/>
              </a:ext>
            </a:extLst>
          </p:cNvPr>
          <p:cNvGrpSpPr/>
          <p:nvPr/>
        </p:nvGrpSpPr>
        <p:grpSpPr>
          <a:xfrm>
            <a:off x="4531841" y="2648090"/>
            <a:ext cx="984986" cy="1191128"/>
            <a:chOff x="9980502" y="1867811"/>
            <a:chExt cx="984986" cy="1191128"/>
          </a:xfrm>
        </p:grpSpPr>
        <p:pic>
          <p:nvPicPr>
            <p:cNvPr id="200" name="Image 199">
              <a:extLst>
                <a:ext uri="{FF2B5EF4-FFF2-40B4-BE49-F238E27FC236}">
                  <a16:creationId xmlns:a16="http://schemas.microsoft.com/office/drawing/2014/main" id="{136E7673-4EF0-B70F-2518-AF274138B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0502" y="2076359"/>
              <a:ext cx="601157" cy="982580"/>
            </a:xfrm>
            <a:prstGeom prst="rect">
              <a:avLst/>
            </a:prstGeom>
          </p:spPr>
        </p:pic>
        <p:sp>
          <p:nvSpPr>
            <p:cNvPr id="201" name="ZoneTexte 200">
              <a:extLst>
                <a:ext uri="{FF2B5EF4-FFF2-40B4-BE49-F238E27FC236}">
                  <a16:creationId xmlns:a16="http://schemas.microsoft.com/office/drawing/2014/main" id="{36512073-17C4-C9F8-D8DC-1400A2DC6A58}"/>
                </a:ext>
              </a:extLst>
            </p:cNvPr>
            <p:cNvSpPr txBox="1"/>
            <p:nvPr/>
          </p:nvSpPr>
          <p:spPr>
            <a:xfrm>
              <a:off x="9980502" y="1867811"/>
              <a:ext cx="984986" cy="28213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DEIE</a:t>
              </a:r>
            </a:p>
          </p:txBody>
        </p:sp>
      </p:grpSp>
      <p:grpSp>
        <p:nvGrpSpPr>
          <p:cNvPr id="205" name="Groupe 204">
            <a:extLst>
              <a:ext uri="{FF2B5EF4-FFF2-40B4-BE49-F238E27FC236}">
                <a16:creationId xmlns:a16="http://schemas.microsoft.com/office/drawing/2014/main" id="{AA963A63-7699-D5B1-EA83-7CFB0B5E704C}"/>
              </a:ext>
            </a:extLst>
          </p:cNvPr>
          <p:cNvGrpSpPr/>
          <p:nvPr/>
        </p:nvGrpSpPr>
        <p:grpSpPr>
          <a:xfrm>
            <a:off x="9113640" y="3680989"/>
            <a:ext cx="948907" cy="1199542"/>
            <a:chOff x="6590580" y="2992761"/>
            <a:chExt cx="948907" cy="1199542"/>
          </a:xfrm>
        </p:grpSpPr>
        <p:pic>
          <p:nvPicPr>
            <p:cNvPr id="206" name="Image 205">
              <a:extLst>
                <a:ext uri="{FF2B5EF4-FFF2-40B4-BE49-F238E27FC236}">
                  <a16:creationId xmlns:a16="http://schemas.microsoft.com/office/drawing/2014/main" id="{2C3136EF-2283-CA27-8BEA-258BF207C37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3968" t="15477" r="12006" b="7869"/>
            <a:stretch/>
          </p:blipFill>
          <p:spPr>
            <a:xfrm>
              <a:off x="6590580" y="2992761"/>
              <a:ext cx="948907" cy="982581"/>
            </a:xfrm>
            <a:prstGeom prst="rect">
              <a:avLst/>
            </a:prstGeom>
          </p:spPr>
        </p:pic>
        <p:sp>
          <p:nvSpPr>
            <p:cNvPr id="207" name="ZoneTexte 206">
              <a:extLst>
                <a:ext uri="{FF2B5EF4-FFF2-40B4-BE49-F238E27FC236}">
                  <a16:creationId xmlns:a16="http://schemas.microsoft.com/office/drawing/2014/main" id="{8C5C20C2-39DC-48E4-5A1A-B05A20F27B4D}"/>
                </a:ext>
              </a:extLst>
            </p:cNvPr>
            <p:cNvSpPr txBox="1"/>
            <p:nvPr/>
          </p:nvSpPr>
          <p:spPr>
            <a:xfrm>
              <a:off x="6905445" y="3910166"/>
              <a:ext cx="634042" cy="28213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PC</a:t>
              </a:r>
            </a:p>
          </p:txBody>
        </p:sp>
      </p:grpSp>
      <p:grpSp>
        <p:nvGrpSpPr>
          <p:cNvPr id="208" name="Groupe 207">
            <a:extLst>
              <a:ext uri="{FF2B5EF4-FFF2-40B4-BE49-F238E27FC236}">
                <a16:creationId xmlns:a16="http://schemas.microsoft.com/office/drawing/2014/main" id="{6B868C72-1B8E-233A-E5FD-727501D2CDE2}"/>
              </a:ext>
            </a:extLst>
          </p:cNvPr>
          <p:cNvGrpSpPr/>
          <p:nvPr/>
        </p:nvGrpSpPr>
        <p:grpSpPr>
          <a:xfrm>
            <a:off x="8902850" y="2083031"/>
            <a:ext cx="1242168" cy="885934"/>
            <a:chOff x="6545385" y="2537836"/>
            <a:chExt cx="1242168" cy="885934"/>
          </a:xfrm>
        </p:grpSpPr>
        <p:pic>
          <p:nvPicPr>
            <p:cNvPr id="209" name="Image 208">
              <a:extLst>
                <a:ext uri="{FF2B5EF4-FFF2-40B4-BE49-F238E27FC236}">
                  <a16:creationId xmlns:a16="http://schemas.microsoft.com/office/drawing/2014/main" id="{20AF5720-2C02-B911-CD4F-7BDF1D742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45385" y="2537836"/>
              <a:ext cx="1242168" cy="510584"/>
            </a:xfrm>
            <a:prstGeom prst="rect">
              <a:avLst/>
            </a:prstGeom>
          </p:spPr>
        </p:pic>
        <p:sp>
          <p:nvSpPr>
            <p:cNvPr id="210" name="ZoneTexte 209">
              <a:extLst>
                <a:ext uri="{FF2B5EF4-FFF2-40B4-BE49-F238E27FC236}">
                  <a16:creationId xmlns:a16="http://schemas.microsoft.com/office/drawing/2014/main" id="{3E4F3FF0-BA3D-F2F3-84D9-0BFC3A3AA812}"/>
                </a:ext>
              </a:extLst>
            </p:cNvPr>
            <p:cNvSpPr txBox="1"/>
            <p:nvPr/>
          </p:nvSpPr>
          <p:spPr>
            <a:xfrm>
              <a:off x="6673705" y="3076240"/>
              <a:ext cx="1113848" cy="34753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Hyperviseur</a:t>
              </a:r>
            </a:p>
          </p:txBody>
        </p:sp>
      </p:grpSp>
      <p:cxnSp>
        <p:nvCxnSpPr>
          <p:cNvPr id="211" name="Connecteur droit avec flèche 210">
            <a:extLst>
              <a:ext uri="{FF2B5EF4-FFF2-40B4-BE49-F238E27FC236}">
                <a16:creationId xmlns:a16="http://schemas.microsoft.com/office/drawing/2014/main" id="{72A1D435-5EE3-71DB-CD33-081F14F1BE69}"/>
              </a:ext>
            </a:extLst>
          </p:cNvPr>
          <p:cNvCxnSpPr>
            <a:stCxn id="127" idx="2"/>
            <a:endCxn id="124" idx="0"/>
          </p:cNvCxnSpPr>
          <p:nvPr/>
        </p:nvCxnSpPr>
        <p:spPr>
          <a:xfrm>
            <a:off x="2624327" y="2735722"/>
            <a:ext cx="12913" cy="976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211">
            <a:extLst>
              <a:ext uri="{FF2B5EF4-FFF2-40B4-BE49-F238E27FC236}">
                <a16:creationId xmlns:a16="http://schemas.microsoft.com/office/drawing/2014/main" id="{65E1B169-CCD1-5BDC-7ACF-1D56357A1A85}"/>
              </a:ext>
            </a:extLst>
          </p:cNvPr>
          <p:cNvCxnSpPr>
            <a:stCxn id="194" idx="0"/>
          </p:cNvCxnSpPr>
          <p:nvPr/>
        </p:nvCxnSpPr>
        <p:spPr>
          <a:xfrm flipH="1" flipV="1">
            <a:off x="1889208" y="4433361"/>
            <a:ext cx="1" cy="148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212">
            <a:extLst>
              <a:ext uri="{FF2B5EF4-FFF2-40B4-BE49-F238E27FC236}">
                <a16:creationId xmlns:a16="http://schemas.microsoft.com/office/drawing/2014/main" id="{E7B038E9-B569-662A-A1E8-515CAEF2C350}"/>
              </a:ext>
            </a:extLst>
          </p:cNvPr>
          <p:cNvCxnSpPr>
            <a:cxnSpLocks/>
          </p:cNvCxnSpPr>
          <p:nvPr/>
        </p:nvCxnSpPr>
        <p:spPr>
          <a:xfrm>
            <a:off x="1896516" y="4437509"/>
            <a:ext cx="740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213">
            <a:extLst>
              <a:ext uri="{FF2B5EF4-FFF2-40B4-BE49-F238E27FC236}">
                <a16:creationId xmlns:a16="http://schemas.microsoft.com/office/drawing/2014/main" id="{9A3A4D80-5C81-F16C-845E-ABEF7830EE43}"/>
              </a:ext>
            </a:extLst>
          </p:cNvPr>
          <p:cNvCxnSpPr>
            <a:cxnSpLocks/>
            <a:endCxn id="124" idx="2"/>
          </p:cNvCxnSpPr>
          <p:nvPr/>
        </p:nvCxnSpPr>
        <p:spPr>
          <a:xfrm flipH="1" flipV="1">
            <a:off x="2637240" y="4059971"/>
            <a:ext cx="7306" cy="373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necteur droit 214">
            <a:extLst>
              <a:ext uri="{FF2B5EF4-FFF2-40B4-BE49-F238E27FC236}">
                <a16:creationId xmlns:a16="http://schemas.microsoft.com/office/drawing/2014/main" id="{E94F45F8-9530-FC53-7294-607C23FC5758}"/>
              </a:ext>
            </a:extLst>
          </p:cNvPr>
          <p:cNvCxnSpPr>
            <a:cxnSpLocks/>
          </p:cNvCxnSpPr>
          <p:nvPr/>
        </p:nvCxnSpPr>
        <p:spPr>
          <a:xfrm>
            <a:off x="4793892" y="4007082"/>
            <a:ext cx="7802" cy="424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Connecteur droit 215">
            <a:extLst>
              <a:ext uri="{FF2B5EF4-FFF2-40B4-BE49-F238E27FC236}">
                <a16:creationId xmlns:a16="http://schemas.microsoft.com/office/drawing/2014/main" id="{5B820494-F348-4EE4-0E13-F7E4CE7B6C33}"/>
              </a:ext>
            </a:extLst>
          </p:cNvPr>
          <p:cNvCxnSpPr>
            <a:cxnSpLocks/>
          </p:cNvCxnSpPr>
          <p:nvPr/>
        </p:nvCxnSpPr>
        <p:spPr>
          <a:xfrm flipV="1">
            <a:off x="2644546" y="4431789"/>
            <a:ext cx="2157148" cy="1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necteur droit 217">
            <a:extLst>
              <a:ext uri="{FF2B5EF4-FFF2-40B4-BE49-F238E27FC236}">
                <a16:creationId xmlns:a16="http://schemas.microsoft.com/office/drawing/2014/main" id="{23E08FF8-48A7-8519-B555-CB2ED4C4348B}"/>
              </a:ext>
            </a:extLst>
          </p:cNvPr>
          <p:cNvCxnSpPr>
            <a:cxnSpLocks/>
            <a:stCxn id="206" idx="0"/>
            <a:endCxn id="210" idx="2"/>
          </p:cNvCxnSpPr>
          <p:nvPr/>
        </p:nvCxnSpPr>
        <p:spPr>
          <a:xfrm flipV="1">
            <a:off x="9588094" y="2968965"/>
            <a:ext cx="0" cy="712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Connecteur droit 219">
            <a:extLst>
              <a:ext uri="{FF2B5EF4-FFF2-40B4-BE49-F238E27FC236}">
                <a16:creationId xmlns:a16="http://schemas.microsoft.com/office/drawing/2014/main" id="{093ACE10-A017-1C4E-9AD7-457BFA472440}"/>
              </a:ext>
            </a:extLst>
          </p:cNvPr>
          <p:cNvCxnSpPr/>
          <p:nvPr/>
        </p:nvCxnSpPr>
        <p:spPr>
          <a:xfrm flipH="1" flipV="1">
            <a:off x="9581959" y="1663051"/>
            <a:ext cx="1" cy="315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220">
            <a:extLst>
              <a:ext uri="{FF2B5EF4-FFF2-40B4-BE49-F238E27FC236}">
                <a16:creationId xmlns:a16="http://schemas.microsoft.com/office/drawing/2014/main" id="{AAC5B790-53E9-277C-38C2-D70270704927}"/>
              </a:ext>
            </a:extLst>
          </p:cNvPr>
          <p:cNvCxnSpPr>
            <a:cxnSpLocks/>
          </p:cNvCxnSpPr>
          <p:nvPr/>
        </p:nvCxnSpPr>
        <p:spPr>
          <a:xfrm flipH="1">
            <a:off x="2644546" y="1663051"/>
            <a:ext cx="244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eur droit 221">
            <a:extLst>
              <a:ext uri="{FF2B5EF4-FFF2-40B4-BE49-F238E27FC236}">
                <a16:creationId xmlns:a16="http://schemas.microsoft.com/office/drawing/2014/main" id="{AD0A98DF-8EDB-0826-0E18-6E25AB019D3A}"/>
              </a:ext>
            </a:extLst>
          </p:cNvPr>
          <p:cNvCxnSpPr/>
          <p:nvPr/>
        </p:nvCxnSpPr>
        <p:spPr>
          <a:xfrm>
            <a:off x="2644546" y="1663051"/>
            <a:ext cx="0" cy="56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3" name="Image 222">
            <a:extLst>
              <a:ext uri="{FF2B5EF4-FFF2-40B4-BE49-F238E27FC236}">
                <a16:creationId xmlns:a16="http://schemas.microsoft.com/office/drawing/2014/main" id="{C15A14E2-0B0E-05B2-D8BC-3FC62EDD4E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6870" y="4938151"/>
            <a:ext cx="601156" cy="784597"/>
          </a:xfrm>
          <a:prstGeom prst="rect">
            <a:avLst/>
          </a:prstGeom>
        </p:spPr>
      </p:pic>
      <p:cxnSp>
        <p:nvCxnSpPr>
          <p:cNvPr id="224" name="Connecteur droit 223">
            <a:extLst>
              <a:ext uri="{FF2B5EF4-FFF2-40B4-BE49-F238E27FC236}">
                <a16:creationId xmlns:a16="http://schemas.microsoft.com/office/drawing/2014/main" id="{B4AD1667-BEBA-8F6A-FD98-517CB8F4BD03}"/>
              </a:ext>
            </a:extLst>
          </p:cNvPr>
          <p:cNvCxnSpPr/>
          <p:nvPr/>
        </p:nvCxnSpPr>
        <p:spPr>
          <a:xfrm>
            <a:off x="2645865" y="4300671"/>
            <a:ext cx="0" cy="305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Connecteur droit 224">
            <a:extLst>
              <a:ext uri="{FF2B5EF4-FFF2-40B4-BE49-F238E27FC236}">
                <a16:creationId xmlns:a16="http://schemas.microsoft.com/office/drawing/2014/main" id="{9DB98C8A-8430-DD0A-B5DF-47F88A49BF91}"/>
              </a:ext>
            </a:extLst>
          </p:cNvPr>
          <p:cNvCxnSpPr/>
          <p:nvPr/>
        </p:nvCxnSpPr>
        <p:spPr>
          <a:xfrm>
            <a:off x="2644546" y="4606585"/>
            <a:ext cx="162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225">
            <a:extLst>
              <a:ext uri="{FF2B5EF4-FFF2-40B4-BE49-F238E27FC236}">
                <a16:creationId xmlns:a16="http://schemas.microsoft.com/office/drawing/2014/main" id="{41409B40-3DF9-CD51-2948-736FBE43CC11}"/>
              </a:ext>
            </a:extLst>
          </p:cNvPr>
          <p:cNvCxnSpPr>
            <a:endCxn id="223" idx="0"/>
          </p:cNvCxnSpPr>
          <p:nvPr/>
        </p:nvCxnSpPr>
        <p:spPr>
          <a:xfrm>
            <a:off x="4267448" y="4606585"/>
            <a:ext cx="0" cy="331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ZoneTexte 226">
            <a:extLst>
              <a:ext uri="{FF2B5EF4-FFF2-40B4-BE49-F238E27FC236}">
                <a16:creationId xmlns:a16="http://schemas.microsoft.com/office/drawing/2014/main" id="{2AA1930C-BA5C-AB00-02F0-BDC29E235CEF}"/>
              </a:ext>
            </a:extLst>
          </p:cNvPr>
          <p:cNvSpPr txBox="1"/>
          <p:nvPr/>
        </p:nvSpPr>
        <p:spPr>
          <a:xfrm>
            <a:off x="3832271" y="5722747"/>
            <a:ext cx="1139881" cy="50478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77500" lnSpcReduction="20000"/>
          </a:bodyPr>
          <a:lstStyle/>
          <a:p>
            <a:pPr algn="l"/>
            <a:r>
              <a:rPr lang="fr-FR" sz="1400" b="0" i="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Smartlogger</a:t>
            </a:r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r>
              <a: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(192.168.1.100)</a:t>
            </a:r>
          </a:p>
          <a:p>
            <a:pPr algn="l"/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232" name="Groupe 231">
            <a:extLst>
              <a:ext uri="{FF2B5EF4-FFF2-40B4-BE49-F238E27FC236}">
                <a16:creationId xmlns:a16="http://schemas.microsoft.com/office/drawing/2014/main" id="{1A5B45B6-345C-8817-8A6F-DD575927C333}"/>
              </a:ext>
            </a:extLst>
          </p:cNvPr>
          <p:cNvGrpSpPr/>
          <p:nvPr/>
        </p:nvGrpSpPr>
        <p:grpSpPr>
          <a:xfrm>
            <a:off x="5249956" y="4938151"/>
            <a:ext cx="1065347" cy="2009250"/>
            <a:chOff x="4738803" y="2996004"/>
            <a:chExt cx="1424633" cy="2506399"/>
          </a:xfrm>
        </p:grpSpPr>
        <p:pic>
          <p:nvPicPr>
            <p:cNvPr id="233" name="Picture 2" descr="Onduleur - Icônes électronique gratuites">
              <a:extLst>
                <a:ext uri="{FF2B5EF4-FFF2-40B4-BE49-F238E27FC236}">
                  <a16:creationId xmlns:a16="http://schemas.microsoft.com/office/drawing/2014/main" id="{5C5B499D-D241-7697-5CE2-D92A852EC3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64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9941" y="2996004"/>
              <a:ext cx="853526" cy="8535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4" name="ZoneTexte 233">
              <a:extLst>
                <a:ext uri="{FF2B5EF4-FFF2-40B4-BE49-F238E27FC236}">
                  <a16:creationId xmlns:a16="http://schemas.microsoft.com/office/drawing/2014/main" id="{68C39948-46B2-6E78-ABD5-0A0E1FBD6933}"/>
                </a:ext>
              </a:extLst>
            </p:cNvPr>
            <p:cNvSpPr txBox="1"/>
            <p:nvPr/>
          </p:nvSpPr>
          <p:spPr>
            <a:xfrm>
              <a:off x="4738803" y="3897500"/>
              <a:ext cx="1424633" cy="1604903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ctr"/>
              <a:r>
                <a:rPr lang="fr-FR" sz="1100" dirty="0" err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Inverter</a:t>
              </a:r>
              <a:endParaRPr lang="fr-FR" sz="11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fr-FR" sz="11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(192.168.1.101</a:t>
              </a:r>
            </a:p>
            <a:p>
              <a:pPr algn="ctr"/>
              <a:r>
                <a:rPr lang="fr-FR" sz="11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192.168.1.102</a:t>
              </a:r>
            </a:p>
            <a:p>
              <a:pPr algn="ctr"/>
              <a:r>
                <a:rPr lang="fr-FR" sz="11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…</a:t>
              </a:r>
              <a:endParaRPr lang="fr-FR" sz="11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ctr"/>
              <a:r>
                <a:rPr lang="fr-FR" sz="11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192.168.1.110</a:t>
              </a:r>
            </a:p>
            <a:p>
              <a:pPr algn="ctr"/>
              <a:r>
                <a:rPr lang="fr-FR" sz="11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…</a:t>
              </a:r>
              <a:r>
                <a:rPr lang="fr-FR" sz="11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pic>
        <p:nvPicPr>
          <p:cNvPr id="2050" name="Picture 2" descr="Experts pour l'intégration MES avec Ignition par Inductive Automation |  Premier Tech Digital">
            <a:extLst>
              <a:ext uri="{FF2B5EF4-FFF2-40B4-BE49-F238E27FC236}">
                <a16:creationId xmlns:a16="http://schemas.microsoft.com/office/drawing/2014/main" id="{0352355E-05A0-E8EB-59EB-0F7DEB049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612" y="1241115"/>
            <a:ext cx="1616136" cy="69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9" name="Connecteur droit 238">
            <a:extLst>
              <a:ext uri="{FF2B5EF4-FFF2-40B4-BE49-F238E27FC236}">
                <a16:creationId xmlns:a16="http://schemas.microsoft.com/office/drawing/2014/main" id="{E3405581-3970-892A-30C9-50DF278BADA0}"/>
              </a:ext>
            </a:extLst>
          </p:cNvPr>
          <p:cNvCxnSpPr>
            <a:cxnSpLocks/>
          </p:cNvCxnSpPr>
          <p:nvPr/>
        </p:nvCxnSpPr>
        <p:spPr>
          <a:xfrm flipH="1">
            <a:off x="7136722" y="1663051"/>
            <a:ext cx="244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ZoneTexte 239">
            <a:extLst>
              <a:ext uri="{FF2B5EF4-FFF2-40B4-BE49-F238E27FC236}">
                <a16:creationId xmlns:a16="http://schemas.microsoft.com/office/drawing/2014/main" id="{FB3A8A67-0080-C018-F061-EF7468318CD9}"/>
              </a:ext>
            </a:extLst>
          </p:cNvPr>
          <p:cNvSpPr txBox="1"/>
          <p:nvPr/>
        </p:nvSpPr>
        <p:spPr>
          <a:xfrm>
            <a:off x="5788595" y="1947672"/>
            <a:ext cx="1113848" cy="34753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algn="l"/>
            <a:r>
              <a:rPr lang="fr-FR" sz="140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Server Broker</a:t>
            </a:r>
            <a:endParaRPr lang="fr-FR" sz="1400" b="0" i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1" name="ZoneTexte 240">
            <a:extLst>
              <a:ext uri="{FF2B5EF4-FFF2-40B4-BE49-F238E27FC236}">
                <a16:creationId xmlns:a16="http://schemas.microsoft.com/office/drawing/2014/main" id="{03C812F8-F484-E1CD-632C-8C39BEA80E91}"/>
              </a:ext>
            </a:extLst>
          </p:cNvPr>
          <p:cNvSpPr txBox="1"/>
          <p:nvPr/>
        </p:nvSpPr>
        <p:spPr>
          <a:xfrm>
            <a:off x="3559667" y="1701200"/>
            <a:ext cx="984986" cy="28213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fr-FR" sz="1400" b="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MQTT</a:t>
            </a:r>
          </a:p>
        </p:txBody>
      </p:sp>
      <p:sp>
        <p:nvSpPr>
          <p:cNvPr id="242" name="ZoneTexte 241">
            <a:extLst>
              <a:ext uri="{FF2B5EF4-FFF2-40B4-BE49-F238E27FC236}">
                <a16:creationId xmlns:a16="http://schemas.microsoft.com/office/drawing/2014/main" id="{443557C0-A88D-1408-4975-B1DE901478FD}"/>
              </a:ext>
            </a:extLst>
          </p:cNvPr>
          <p:cNvSpPr txBox="1"/>
          <p:nvPr/>
        </p:nvSpPr>
        <p:spPr>
          <a:xfrm>
            <a:off x="8146385" y="1688954"/>
            <a:ext cx="984986" cy="28213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fr-FR" sz="1400" b="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MQTT</a:t>
            </a:r>
          </a:p>
        </p:txBody>
      </p:sp>
      <p:pic>
        <p:nvPicPr>
          <p:cNvPr id="245" name="Picture 2" descr="Experts pour l'intégration MES avec Ignition par Inductive Automation |  Premier Tech Digital">
            <a:extLst>
              <a:ext uri="{FF2B5EF4-FFF2-40B4-BE49-F238E27FC236}">
                <a16:creationId xmlns:a16="http://schemas.microsoft.com/office/drawing/2014/main" id="{92DB5DA7-1DE2-4EC3-8583-59AA79B64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1786" y="2241418"/>
            <a:ext cx="550800" cy="23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6" name="ZoneTexte 245">
            <a:extLst>
              <a:ext uri="{FF2B5EF4-FFF2-40B4-BE49-F238E27FC236}">
                <a16:creationId xmlns:a16="http://schemas.microsoft.com/office/drawing/2014/main" id="{429C8213-7AA9-D612-174F-C1034690A6A7}"/>
              </a:ext>
            </a:extLst>
          </p:cNvPr>
          <p:cNvSpPr txBox="1"/>
          <p:nvPr/>
        </p:nvSpPr>
        <p:spPr>
          <a:xfrm>
            <a:off x="10145018" y="2224998"/>
            <a:ext cx="1113848" cy="34753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400" i="1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Powered</a:t>
            </a:r>
            <a:r>
              <a:rPr lang="fr-FR" sz="140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by </a:t>
            </a:r>
            <a:endParaRPr lang="fr-FR" sz="1400" b="0" i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076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AFD286-BA7C-4FEC-CA6A-EC341DDD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295" y="-454176"/>
            <a:ext cx="6903562" cy="4835951"/>
          </a:xfrm>
        </p:spPr>
        <p:txBody>
          <a:bodyPr/>
          <a:lstStyle/>
          <a:p>
            <a:r>
              <a:rPr lang="en-GB" sz="5400" dirty="0"/>
              <a:t>HI² Hypervisor in house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9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B4317-E735-1725-1007-0B82A8B8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2A10E4A-6229-4F75-F5C7-CBC5EAE4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47986E40-335F-EFAC-208D-9315C20D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HI²</a:t>
            </a:r>
          </a:p>
        </p:txBody>
      </p:sp>
      <p:sp>
        <p:nvSpPr>
          <p:cNvPr id="24" name="Titre 2">
            <a:extLst>
              <a:ext uri="{FF2B5EF4-FFF2-40B4-BE49-F238E27FC236}">
                <a16:creationId xmlns:a16="http://schemas.microsoft.com/office/drawing/2014/main" id="{40796552-3D3C-3AD1-C90D-D71BAF656DF2}"/>
              </a:ext>
            </a:extLst>
          </p:cNvPr>
          <p:cNvSpPr txBox="1">
            <a:spLocks/>
          </p:cNvSpPr>
          <p:nvPr/>
        </p:nvSpPr>
        <p:spPr>
          <a:xfrm>
            <a:off x="731185" y="620596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 err="1"/>
              <a:t>Benefits</a:t>
            </a:r>
            <a:r>
              <a:rPr lang="fr-FR" dirty="0"/>
              <a:t> </a:t>
            </a:r>
            <a:endParaRPr lang="en-GB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4900B32B-CD0F-74FB-8907-6C743287858F}"/>
              </a:ext>
            </a:extLst>
          </p:cNvPr>
          <p:cNvSpPr txBox="1"/>
          <p:nvPr/>
        </p:nvSpPr>
        <p:spPr>
          <a:xfrm>
            <a:off x="7809156" y="2359694"/>
            <a:ext cx="3748954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dirty="0" err="1">
                <a:solidFill>
                  <a:schemeClr val="bg1"/>
                </a:solidFill>
              </a:rPr>
              <a:t>Cost</a:t>
            </a:r>
            <a:r>
              <a:rPr lang="fr-FR" sz="1400" dirty="0">
                <a:solidFill>
                  <a:schemeClr val="bg1"/>
                </a:solidFill>
              </a:rPr>
              <a:t>-free, </a:t>
            </a:r>
            <a:r>
              <a:rPr lang="fr-FR" sz="1400" dirty="0" err="1">
                <a:solidFill>
                  <a:schemeClr val="bg1"/>
                </a:solidFill>
              </a:rPr>
              <a:t>fully</a:t>
            </a:r>
            <a:r>
              <a:rPr lang="fr-FR" sz="1400" dirty="0">
                <a:solidFill>
                  <a:schemeClr val="bg1"/>
                </a:solidFill>
              </a:rPr>
              <a:t> </a:t>
            </a:r>
            <a:r>
              <a:rPr lang="fr-FR" sz="1400" dirty="0" err="1">
                <a:solidFill>
                  <a:schemeClr val="bg1"/>
                </a:solidFill>
              </a:rPr>
              <a:t>developed</a:t>
            </a:r>
            <a:r>
              <a:rPr lang="fr-FR" sz="1400" dirty="0">
                <a:solidFill>
                  <a:schemeClr val="bg1"/>
                </a:solidFill>
              </a:rPr>
              <a:t> in-house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12F60AF1-785D-DC68-CBF6-B06DE80D6895}"/>
              </a:ext>
            </a:extLst>
          </p:cNvPr>
          <p:cNvSpPr txBox="1"/>
          <p:nvPr/>
        </p:nvSpPr>
        <p:spPr>
          <a:xfrm>
            <a:off x="7809156" y="3348790"/>
            <a:ext cx="3748954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Secured by credentials, Microsoft Entra, and VPN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C8BA912E-1F7A-0FF1-0E7A-9255A0361F4F}"/>
              </a:ext>
            </a:extLst>
          </p:cNvPr>
          <p:cNvSpPr txBox="1"/>
          <p:nvPr/>
        </p:nvSpPr>
        <p:spPr>
          <a:xfrm>
            <a:off x="7809156" y="4246787"/>
            <a:ext cx="3748954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Access can be easily granted to the O&amp;M contractor.</a:t>
            </a:r>
          </a:p>
          <a:p>
            <a:pPr algn="l"/>
            <a:r>
              <a:rPr lang="en-US" sz="1400" dirty="0">
                <a:solidFill>
                  <a:schemeClr val="bg1"/>
                </a:solidFill>
              </a:rPr>
              <a:t>They will be able to give feedback on their action.</a:t>
            </a:r>
          </a:p>
          <a:p>
            <a:pPr algn="l"/>
            <a:r>
              <a:rPr lang="en-US" sz="1400" dirty="0">
                <a:solidFill>
                  <a:schemeClr val="bg1"/>
                </a:solidFill>
              </a:rPr>
              <a:t>And recouple instantly managing the error at distance,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FC219A2-D7CA-7918-89D0-DD14E27CDD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27747" y="-1239253"/>
            <a:ext cx="4820653" cy="4820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0" name="Image 19" descr="Une image contenant logo, clipart, Graphique&#10;&#10;Le contenu généré par l’IA peut être incorrect.">
            <a:extLst>
              <a:ext uri="{FF2B5EF4-FFF2-40B4-BE49-F238E27FC236}">
                <a16:creationId xmlns:a16="http://schemas.microsoft.com/office/drawing/2014/main" id="{D73A5399-8C10-FDE8-49AD-8E8B2643A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78" t="24778" r="24094" b="24676"/>
          <a:stretch>
            <a:fillRect/>
          </a:stretch>
        </p:blipFill>
        <p:spPr>
          <a:xfrm>
            <a:off x="7042258" y="2168071"/>
            <a:ext cx="696692" cy="701251"/>
          </a:xfrm>
          <a:prstGeom prst="rect">
            <a:avLst/>
          </a:prstGeom>
        </p:spPr>
      </p:pic>
      <p:pic>
        <p:nvPicPr>
          <p:cNvPr id="28" name="Image 27" descr="Une image contenant symbole, Graphique, logo, cercle&#10;&#10;Le contenu généré par l’IA peut être incorrect.">
            <a:extLst>
              <a:ext uri="{FF2B5EF4-FFF2-40B4-BE49-F238E27FC236}">
                <a16:creationId xmlns:a16="http://schemas.microsoft.com/office/drawing/2014/main" id="{5AF9BA26-B630-CD91-09E4-F4F0317F8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6" b="5989"/>
          <a:stretch>
            <a:fillRect/>
          </a:stretch>
        </p:blipFill>
        <p:spPr>
          <a:xfrm>
            <a:off x="7042256" y="3146689"/>
            <a:ext cx="727113" cy="726501"/>
          </a:xfrm>
          <a:prstGeom prst="rect">
            <a:avLst/>
          </a:prstGeom>
        </p:spPr>
      </p:pic>
      <p:pic>
        <p:nvPicPr>
          <p:cNvPr id="34" name="Image 33" descr="Une image contenant cercl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27A1B8C4-63AE-FD56-2CC4-4673CDFD63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2256" y="4192470"/>
            <a:ext cx="754823" cy="770020"/>
          </a:xfrm>
          <a:prstGeom prst="rect">
            <a:avLst/>
          </a:prstGeom>
        </p:spPr>
      </p:pic>
      <p:pic>
        <p:nvPicPr>
          <p:cNvPr id="6" name="Image 5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2DF63369-FADF-14D3-FA73-A0A9B73BC7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95" y="2351966"/>
            <a:ext cx="6006049" cy="2911642"/>
          </a:xfrm>
          <a:prstGeom prst="rect">
            <a:avLst/>
          </a:prstGeom>
        </p:spPr>
      </p:pic>
      <p:pic>
        <p:nvPicPr>
          <p:cNvPr id="8" name="Image 7" descr="Une image contenant Police, logo, Graphique, Bleu électrique&#10;&#10;Le contenu généré par l’IA peut être incorrect.">
            <a:extLst>
              <a:ext uri="{FF2B5EF4-FFF2-40B4-BE49-F238E27FC236}">
                <a16:creationId xmlns:a16="http://schemas.microsoft.com/office/drawing/2014/main" id="{1A8A07F1-2257-3783-C97D-8D007A9710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6344" y="1486281"/>
            <a:ext cx="3329062" cy="74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98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DDA7F-D22D-60E3-D3CD-C96756E8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F88C7E8-19D9-6760-DBF4-A5B20092E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47" name="Titre 2">
            <a:extLst>
              <a:ext uri="{FF2B5EF4-FFF2-40B4-BE49-F238E27FC236}">
                <a16:creationId xmlns:a16="http://schemas.microsoft.com/office/drawing/2014/main" id="{06F94525-9286-6BF1-5D4C-C48EBFE56401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In Italy</a:t>
            </a:r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DA09FE2B-B34D-28E1-53F2-D4022262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749399"/>
          </a:xfrm>
        </p:spPr>
        <p:txBody>
          <a:bodyPr/>
          <a:lstStyle/>
          <a:p>
            <a:r>
              <a:rPr lang="en-GB" dirty="0"/>
              <a:t>HI²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A4099D-84CA-3EBF-5D1A-8EE46780A6D2}"/>
              </a:ext>
            </a:extLst>
          </p:cNvPr>
          <p:cNvSpPr/>
          <p:nvPr/>
        </p:nvSpPr>
        <p:spPr>
          <a:xfrm>
            <a:off x="2251491" y="827935"/>
            <a:ext cx="2044461" cy="931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Navigateur web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28EE82-7E2B-146D-584F-4D314607F733}"/>
              </a:ext>
            </a:extLst>
          </p:cNvPr>
          <p:cNvSpPr/>
          <p:nvPr/>
        </p:nvSpPr>
        <p:spPr>
          <a:xfrm>
            <a:off x="6941386" y="767554"/>
            <a:ext cx="2044461" cy="931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Front: Next.js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B4825-A3A1-DBC2-2ED1-A04EBA087E09}"/>
              </a:ext>
            </a:extLst>
          </p:cNvPr>
          <p:cNvSpPr/>
          <p:nvPr/>
        </p:nvSpPr>
        <p:spPr>
          <a:xfrm>
            <a:off x="6941386" y="3344079"/>
            <a:ext cx="2044461" cy="931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Backend: Node/Express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5BCC8F-0C50-0C32-ABAF-D4611872948A}"/>
              </a:ext>
            </a:extLst>
          </p:cNvPr>
          <p:cNvSpPr/>
          <p:nvPr/>
        </p:nvSpPr>
        <p:spPr>
          <a:xfrm>
            <a:off x="6941386" y="4988951"/>
            <a:ext cx="2044461" cy="931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Polling service: Node.js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2E29A4-25A4-D2AB-3E8B-09F01962A32F}"/>
              </a:ext>
            </a:extLst>
          </p:cNvPr>
          <p:cNvSpPr/>
          <p:nvPr/>
        </p:nvSpPr>
        <p:spPr>
          <a:xfrm>
            <a:off x="2251491" y="3951112"/>
            <a:ext cx="2044461" cy="931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Base de données: SQL Lite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7875A5E0-5549-F1C6-4D51-6C16C63619E7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356340" y="1233381"/>
            <a:ext cx="2585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7D70069-D165-510A-AEC4-770D4C3F729C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7963617" y="1699207"/>
            <a:ext cx="0" cy="1644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5949FAD8-19E7-7D66-1296-8EB236C3914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7963617" y="4275732"/>
            <a:ext cx="0" cy="713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EB533940-6312-1F32-2230-0ED75E21E0C4}"/>
              </a:ext>
            </a:extLst>
          </p:cNvPr>
          <p:cNvCxnSpPr>
            <a:cxnSpLocks/>
          </p:cNvCxnSpPr>
          <p:nvPr/>
        </p:nvCxnSpPr>
        <p:spPr>
          <a:xfrm flipH="1">
            <a:off x="4295952" y="3792654"/>
            <a:ext cx="2645434" cy="607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F1415C47-B46A-4852-71C1-E18F348F6FAA}"/>
              </a:ext>
            </a:extLst>
          </p:cNvPr>
          <p:cNvCxnSpPr>
            <a:cxnSpLocks/>
          </p:cNvCxnSpPr>
          <p:nvPr/>
        </p:nvCxnSpPr>
        <p:spPr>
          <a:xfrm flipV="1">
            <a:off x="8091576" y="1713019"/>
            <a:ext cx="0" cy="1617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0B0F887-99D8-633C-5C73-B6663D2B79BB}"/>
              </a:ext>
            </a:extLst>
          </p:cNvPr>
          <p:cNvCxnSpPr>
            <a:cxnSpLocks/>
          </p:cNvCxnSpPr>
          <p:nvPr/>
        </p:nvCxnSpPr>
        <p:spPr>
          <a:xfrm flipV="1">
            <a:off x="8088703" y="4275732"/>
            <a:ext cx="0" cy="77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4A0E3A8-20A0-E080-3E38-B4328041FA80}"/>
              </a:ext>
            </a:extLst>
          </p:cNvPr>
          <p:cNvCxnSpPr>
            <a:cxnSpLocks/>
          </p:cNvCxnSpPr>
          <p:nvPr/>
        </p:nvCxnSpPr>
        <p:spPr>
          <a:xfrm flipV="1">
            <a:off x="4295952" y="3657302"/>
            <a:ext cx="2653263" cy="6184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4FDD78E7-F0C2-A66C-73BB-8FE6A4022CBF}"/>
              </a:ext>
            </a:extLst>
          </p:cNvPr>
          <p:cNvCxnSpPr>
            <a:cxnSpLocks/>
          </p:cNvCxnSpPr>
          <p:nvPr/>
        </p:nvCxnSpPr>
        <p:spPr>
          <a:xfrm flipH="1">
            <a:off x="4295952" y="1367911"/>
            <a:ext cx="32269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A43210BF-6EF4-7C45-D90F-DB5FF0152BB2}"/>
              </a:ext>
            </a:extLst>
          </p:cNvPr>
          <p:cNvSpPr txBox="1"/>
          <p:nvPr/>
        </p:nvSpPr>
        <p:spPr>
          <a:xfrm>
            <a:off x="8219535" y="2317266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600" dirty="0">
                <a:solidFill>
                  <a:schemeClr val="bg1"/>
                </a:solidFill>
              </a:rPr>
              <a:t>API : Port 3001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1200F5E-1F52-71FF-64F5-4F2241B1407E}"/>
              </a:ext>
            </a:extLst>
          </p:cNvPr>
          <p:cNvSpPr txBox="1"/>
          <p:nvPr/>
        </p:nvSpPr>
        <p:spPr>
          <a:xfrm>
            <a:off x="4866016" y="86013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600" dirty="0">
                <a:solidFill>
                  <a:schemeClr val="bg1"/>
                </a:solidFill>
              </a:rPr>
              <a:t>HTTPS : Port 3000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3C7602A0-668D-2DA6-CD21-55B512EEB506}"/>
              </a:ext>
            </a:extLst>
          </p:cNvPr>
          <p:cNvCxnSpPr>
            <a:cxnSpLocks/>
          </p:cNvCxnSpPr>
          <p:nvPr/>
        </p:nvCxnSpPr>
        <p:spPr>
          <a:xfrm flipH="1" flipV="1">
            <a:off x="3683477" y="4593706"/>
            <a:ext cx="3257909" cy="792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8EA677A0-BD8B-E8E9-CC0E-1104F2D0E644}"/>
              </a:ext>
            </a:extLst>
          </p:cNvPr>
          <p:cNvCxnSpPr>
            <a:cxnSpLocks/>
          </p:cNvCxnSpPr>
          <p:nvPr/>
        </p:nvCxnSpPr>
        <p:spPr>
          <a:xfrm>
            <a:off x="4280496" y="4638724"/>
            <a:ext cx="2660890" cy="628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C2FD6A1-33DD-01F3-1C92-07541AD37596}"/>
              </a:ext>
            </a:extLst>
          </p:cNvPr>
          <p:cNvSpPr/>
          <p:nvPr/>
        </p:nvSpPr>
        <p:spPr>
          <a:xfrm>
            <a:off x="9756313" y="4132588"/>
            <a:ext cx="2044461" cy="931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Thytronics</a:t>
            </a:r>
            <a:endParaRPr lang="fr-FR" dirty="0"/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EB144CC9-6A57-61C2-807B-CEC1565494A1}"/>
              </a:ext>
            </a:extLst>
          </p:cNvPr>
          <p:cNvCxnSpPr>
            <a:cxnSpLocks/>
          </p:cNvCxnSpPr>
          <p:nvPr/>
        </p:nvCxnSpPr>
        <p:spPr>
          <a:xfrm flipV="1">
            <a:off x="10815763" y="5049697"/>
            <a:ext cx="0" cy="404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B3FFB967-CFC3-CBED-AA22-635F771246AD}"/>
              </a:ext>
            </a:extLst>
          </p:cNvPr>
          <p:cNvCxnSpPr>
            <a:cxnSpLocks/>
          </p:cNvCxnSpPr>
          <p:nvPr/>
        </p:nvCxnSpPr>
        <p:spPr>
          <a:xfrm flipH="1">
            <a:off x="8985847" y="5678244"/>
            <a:ext cx="20387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A61FB922-7B0B-BCD4-31F8-B5037007EE41}"/>
              </a:ext>
            </a:extLst>
          </p:cNvPr>
          <p:cNvCxnSpPr/>
          <p:nvPr/>
        </p:nvCxnSpPr>
        <p:spPr>
          <a:xfrm>
            <a:off x="11024556" y="5058746"/>
            <a:ext cx="0" cy="626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74BD0088-56EA-EA65-01E3-8DC8AEA7973A}"/>
              </a:ext>
            </a:extLst>
          </p:cNvPr>
          <p:cNvCxnSpPr/>
          <p:nvPr/>
        </p:nvCxnSpPr>
        <p:spPr>
          <a:xfrm>
            <a:off x="8985847" y="5460114"/>
            <a:ext cx="1829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ZoneTexte 60">
            <a:extLst>
              <a:ext uri="{FF2B5EF4-FFF2-40B4-BE49-F238E27FC236}">
                <a16:creationId xmlns:a16="http://schemas.microsoft.com/office/drawing/2014/main" id="{786D58BC-A82B-A39A-93A4-3384F2BBE359}"/>
              </a:ext>
            </a:extLst>
          </p:cNvPr>
          <p:cNvSpPr txBox="1"/>
          <p:nvPr/>
        </p:nvSpPr>
        <p:spPr>
          <a:xfrm>
            <a:off x="10321343" y="331019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600" dirty="0">
                <a:solidFill>
                  <a:schemeClr val="bg1"/>
                </a:solidFill>
              </a:rPr>
              <a:t>Control</a:t>
            </a:r>
          </a:p>
        </p:txBody>
      </p:sp>
      <p:cxnSp>
        <p:nvCxnSpPr>
          <p:cNvPr id="64" name="Connecteur droit avec flèche 63">
            <a:extLst>
              <a:ext uri="{FF2B5EF4-FFF2-40B4-BE49-F238E27FC236}">
                <a16:creationId xmlns:a16="http://schemas.microsoft.com/office/drawing/2014/main" id="{F6062B7A-3AF6-447F-62C5-C79F00D6201C}"/>
              </a:ext>
            </a:extLst>
          </p:cNvPr>
          <p:cNvCxnSpPr>
            <a:cxnSpLocks/>
          </p:cNvCxnSpPr>
          <p:nvPr/>
        </p:nvCxnSpPr>
        <p:spPr>
          <a:xfrm flipH="1">
            <a:off x="8985847" y="3809905"/>
            <a:ext cx="16332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A080564B-7D01-4CC9-FA7C-B94F7A210DF0}"/>
              </a:ext>
            </a:extLst>
          </p:cNvPr>
          <p:cNvCxnSpPr>
            <a:cxnSpLocks/>
          </p:cNvCxnSpPr>
          <p:nvPr/>
        </p:nvCxnSpPr>
        <p:spPr>
          <a:xfrm>
            <a:off x="8985847" y="3660783"/>
            <a:ext cx="18299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A54F2D80-9FEF-FB7B-6E87-81F0797D9EDE}"/>
              </a:ext>
            </a:extLst>
          </p:cNvPr>
          <p:cNvCxnSpPr>
            <a:cxnSpLocks/>
          </p:cNvCxnSpPr>
          <p:nvPr/>
        </p:nvCxnSpPr>
        <p:spPr>
          <a:xfrm>
            <a:off x="10815763" y="3660783"/>
            <a:ext cx="0" cy="476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26412D9D-C460-1A2F-67C4-388D2CDF4B19}"/>
              </a:ext>
            </a:extLst>
          </p:cNvPr>
          <p:cNvCxnSpPr/>
          <p:nvPr/>
        </p:nvCxnSpPr>
        <p:spPr>
          <a:xfrm>
            <a:off x="10619115" y="3810538"/>
            <a:ext cx="0" cy="626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241E7114-BD09-CB57-7E11-8EED3B7724A0}"/>
              </a:ext>
            </a:extLst>
          </p:cNvPr>
          <p:cNvSpPr txBox="1"/>
          <p:nvPr/>
        </p:nvSpPr>
        <p:spPr>
          <a:xfrm>
            <a:off x="9970695" y="567824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600" dirty="0">
                <a:solidFill>
                  <a:schemeClr val="bg1"/>
                </a:solidFill>
              </a:rPr>
              <a:t>Modbus/TCP</a:t>
            </a:r>
          </a:p>
        </p:txBody>
      </p:sp>
    </p:spTree>
    <p:extLst>
      <p:ext uri="{BB962C8B-B14F-4D97-AF65-F5344CB8AC3E}">
        <p14:creationId xmlns:p14="http://schemas.microsoft.com/office/powerpoint/2010/main" val="4195940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F6FA-F4E1-D09B-7D4C-D656FFC58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448DDE-D55C-1301-9877-EA3240D9E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47" name="Titre 2">
            <a:extLst>
              <a:ext uri="{FF2B5EF4-FFF2-40B4-BE49-F238E27FC236}">
                <a16:creationId xmlns:a16="http://schemas.microsoft.com/office/drawing/2014/main" id="{A9FD3FBD-CA72-E51F-B271-D82B244729CC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In Italy (what’s next ?)</a:t>
            </a:r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C527EB0F-9E16-160D-17A9-BE135441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749399"/>
          </a:xfrm>
        </p:spPr>
        <p:txBody>
          <a:bodyPr/>
          <a:lstStyle/>
          <a:p>
            <a:r>
              <a:rPr lang="en-GB" dirty="0"/>
              <a:t>HI²</a:t>
            </a:r>
          </a:p>
        </p:txBody>
      </p:sp>
      <p:pic>
        <p:nvPicPr>
          <p:cNvPr id="4" name="Image 3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4D45B443-27F9-274F-81AC-EF239ABB7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85" y="1663051"/>
            <a:ext cx="8172862" cy="386548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ADF7D83-CE5A-0FFD-CEFF-973846ABA731}"/>
              </a:ext>
            </a:extLst>
          </p:cNvPr>
          <p:cNvSpPr txBox="1"/>
          <p:nvPr/>
        </p:nvSpPr>
        <p:spPr>
          <a:xfrm>
            <a:off x="9128335" y="1969382"/>
            <a:ext cx="3824433" cy="19933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Next development: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Modbus Reading </a:t>
            </a:r>
            <a:r>
              <a:rPr lang="en-US" sz="1600" dirty="0" err="1">
                <a:solidFill>
                  <a:schemeClr val="bg1"/>
                </a:solidFill>
              </a:rPr>
              <a:t>Siprotec</a:t>
            </a:r>
            <a:r>
              <a:rPr lang="en-US" sz="1600" dirty="0">
                <a:solidFill>
                  <a:schemeClr val="bg1"/>
                </a:solidFill>
              </a:rPr>
              <a:t> 7SJ80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Alarm to be sent via email </a:t>
            </a:r>
          </a:p>
          <a:p>
            <a:r>
              <a:rPr lang="en-US" sz="1600" dirty="0">
                <a:solidFill>
                  <a:schemeClr val="bg1"/>
                </a:solidFill>
              </a:rPr>
              <a:t>or SMS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4D4286-A36F-BA77-6EA8-8AF23B1768A9}"/>
              </a:ext>
            </a:extLst>
          </p:cNvPr>
          <p:cNvSpPr txBox="1"/>
          <p:nvPr/>
        </p:nvSpPr>
        <p:spPr>
          <a:xfrm>
            <a:off x="3860084" y="6012295"/>
            <a:ext cx="3824433" cy="19933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600" i="1" dirty="0">
                <a:solidFill>
                  <a:schemeClr val="bg1"/>
                </a:solidFill>
              </a:rPr>
              <a:t>Final solution expected to be delivered in February/March 2026</a:t>
            </a:r>
          </a:p>
        </p:txBody>
      </p:sp>
    </p:spTree>
    <p:extLst>
      <p:ext uri="{BB962C8B-B14F-4D97-AF65-F5344CB8AC3E}">
        <p14:creationId xmlns:p14="http://schemas.microsoft.com/office/powerpoint/2010/main" val="182480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70251-9598-9464-86A2-A096B148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C043428-19F3-3107-EC26-42D8D9C97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47" name="Titre 2">
            <a:extLst>
              <a:ext uri="{FF2B5EF4-FFF2-40B4-BE49-F238E27FC236}">
                <a16:creationId xmlns:a16="http://schemas.microsoft.com/office/drawing/2014/main" id="{356C8472-5D3C-2252-27BC-2BF86F36034C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 err="1"/>
              <a:t>deployment</a:t>
            </a:r>
            <a:r>
              <a:rPr lang="fr-FR" dirty="0"/>
              <a:t> to production</a:t>
            </a:r>
            <a:endParaRPr lang="en-GB" dirty="0"/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B0A49DE3-7126-D4B3-629B-2EECE668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749399"/>
          </a:xfrm>
        </p:spPr>
        <p:txBody>
          <a:bodyPr/>
          <a:lstStyle/>
          <a:p>
            <a:r>
              <a:rPr lang="en-GB" dirty="0"/>
              <a:t>HI²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8C7F884-1591-7F57-FC0A-06CD98E4D63C}"/>
              </a:ext>
            </a:extLst>
          </p:cNvPr>
          <p:cNvSpPr txBox="1"/>
          <p:nvPr/>
        </p:nvSpPr>
        <p:spPr>
          <a:xfrm>
            <a:off x="1390865" y="1767045"/>
            <a:ext cx="3824433" cy="199336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Run logic on Virtual machine (the same that it used to host VPN for plant):</a:t>
            </a:r>
          </a:p>
          <a:p>
            <a:endParaRPr lang="en-US" sz="1600" b="1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Managed by IT. It will be in charge to maintain server launch relaunch web app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Accessible by VPN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HI² will be deployed and update/upgrade by IoT team because it will be simple it will be deployed under docker</a:t>
            </a:r>
          </a:p>
        </p:txBody>
      </p:sp>
    </p:spTree>
    <p:extLst>
      <p:ext uri="{BB962C8B-B14F-4D97-AF65-F5344CB8AC3E}">
        <p14:creationId xmlns:p14="http://schemas.microsoft.com/office/powerpoint/2010/main" val="255436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30E2-4FEF-035A-C285-8388B24C4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5D168E1-2F3B-41A1-7D79-67258068E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47" name="Titre 2">
            <a:extLst>
              <a:ext uri="{FF2B5EF4-FFF2-40B4-BE49-F238E27FC236}">
                <a16:creationId xmlns:a16="http://schemas.microsoft.com/office/drawing/2014/main" id="{9A06676F-A0BE-7DC2-97E0-21AB1874CE12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In France</a:t>
            </a:r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04F9C7CB-E90B-789E-335A-9155788AA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415021"/>
          </a:xfrm>
        </p:spPr>
        <p:txBody>
          <a:bodyPr/>
          <a:lstStyle/>
          <a:p>
            <a:r>
              <a:rPr lang="en-GB" dirty="0"/>
              <a:t>HI²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81F35514-59BA-DAC3-407D-15977AD78A31}"/>
              </a:ext>
            </a:extLst>
          </p:cNvPr>
          <p:cNvCxnSpPr>
            <a:cxnSpLocks/>
          </p:cNvCxnSpPr>
          <p:nvPr/>
        </p:nvCxnSpPr>
        <p:spPr>
          <a:xfrm flipV="1">
            <a:off x="4577917" y="5306662"/>
            <a:ext cx="723944" cy="107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F5CB8A5F-FC82-0CCA-65A7-538296EB6FAA}"/>
              </a:ext>
            </a:extLst>
          </p:cNvPr>
          <p:cNvCxnSpPr>
            <a:cxnSpLocks/>
          </p:cNvCxnSpPr>
          <p:nvPr/>
        </p:nvCxnSpPr>
        <p:spPr>
          <a:xfrm>
            <a:off x="2164664" y="5291648"/>
            <a:ext cx="740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e 4">
            <a:extLst>
              <a:ext uri="{FF2B5EF4-FFF2-40B4-BE49-F238E27FC236}">
                <a16:creationId xmlns:a16="http://schemas.microsoft.com/office/drawing/2014/main" id="{2E09FC5A-8E80-40D4-071B-3F033AB5751D}"/>
              </a:ext>
            </a:extLst>
          </p:cNvPr>
          <p:cNvGrpSpPr/>
          <p:nvPr/>
        </p:nvGrpSpPr>
        <p:grpSpPr>
          <a:xfrm>
            <a:off x="1347375" y="3712440"/>
            <a:ext cx="1925545" cy="582777"/>
            <a:chOff x="491256" y="2290207"/>
            <a:chExt cx="1925545" cy="582777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7F69FAE0-B3F1-4DE9-BAFF-C77D3A403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5440" y="2290207"/>
              <a:ext cx="1271361" cy="347531"/>
            </a:xfrm>
            <a:prstGeom prst="rect">
              <a:avLst/>
            </a:prstGeom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263DC5A2-DFB2-6CE6-FE8B-4B8E1A16C3ED}"/>
                </a:ext>
              </a:extLst>
            </p:cNvPr>
            <p:cNvSpPr txBox="1"/>
            <p:nvPr/>
          </p:nvSpPr>
          <p:spPr>
            <a:xfrm>
              <a:off x="491256" y="2423873"/>
              <a:ext cx="1132787" cy="44911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Mini-PC </a:t>
              </a:r>
            </a:p>
            <a:p>
              <a:r>
                <a:rPr lang="fr-FR" sz="14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192.168.1.30</a:t>
              </a:r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8" name="Groupe 7">
            <a:extLst>
              <a:ext uri="{FF2B5EF4-FFF2-40B4-BE49-F238E27FC236}">
                <a16:creationId xmlns:a16="http://schemas.microsoft.com/office/drawing/2014/main" id="{1632EF43-A45E-EA81-AC9D-889466151711}"/>
              </a:ext>
            </a:extLst>
          </p:cNvPr>
          <p:cNvGrpSpPr/>
          <p:nvPr/>
        </p:nvGrpSpPr>
        <p:grpSpPr>
          <a:xfrm>
            <a:off x="1688454" y="2316274"/>
            <a:ext cx="1427336" cy="818570"/>
            <a:chOff x="2902881" y="2290207"/>
            <a:chExt cx="1427336" cy="818570"/>
          </a:xfrm>
        </p:grpSpPr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787C4BBC-BB39-30BD-B56C-44FFEC59A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7291" y="2290207"/>
              <a:ext cx="982926" cy="419448"/>
            </a:xfrm>
            <a:prstGeom prst="rect">
              <a:avLst/>
            </a:prstGeom>
          </p:spPr>
        </p:pic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0CABF482-26C8-89D9-9520-F538D4BD4940}"/>
                </a:ext>
              </a:extLst>
            </p:cNvPr>
            <p:cNvSpPr txBox="1"/>
            <p:nvPr/>
          </p:nvSpPr>
          <p:spPr>
            <a:xfrm>
              <a:off x="2902881" y="2761246"/>
              <a:ext cx="1046541" cy="34753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70000" lnSpcReduction="2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Modem 3G/4G</a:t>
              </a:r>
            </a:p>
            <a:p>
              <a:r>
                <a:rPr lang="fr-FR" sz="14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192.168.1.1</a:t>
              </a:r>
            </a:p>
            <a:p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A448E68C-1566-EF9D-8AB7-D8B55D4BFDD3}"/>
              </a:ext>
            </a:extLst>
          </p:cNvPr>
          <p:cNvGrpSpPr/>
          <p:nvPr/>
        </p:nvGrpSpPr>
        <p:grpSpPr>
          <a:xfrm>
            <a:off x="1347375" y="4582029"/>
            <a:ext cx="1256708" cy="1764423"/>
            <a:chOff x="3336261" y="3891618"/>
            <a:chExt cx="1256708" cy="1764423"/>
          </a:xfrm>
        </p:grpSpPr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92F44EE-CD51-914E-42A2-EB942789C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94165" y="3891618"/>
              <a:ext cx="967859" cy="1194514"/>
            </a:xfrm>
            <a:prstGeom prst="rect">
              <a:avLst/>
            </a:prstGeom>
          </p:spPr>
        </p:pic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B5595561-BC50-9D81-5C83-65041BFDCEED}"/>
                </a:ext>
              </a:extLst>
            </p:cNvPr>
            <p:cNvSpPr txBox="1"/>
            <p:nvPr/>
          </p:nvSpPr>
          <p:spPr>
            <a:xfrm>
              <a:off x="3336261" y="5012355"/>
              <a:ext cx="1256708" cy="643686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r>
                <a:rPr lang="fr-FR" sz="9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Automate Master</a:t>
              </a:r>
            </a:p>
            <a:p>
              <a: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192.168.1.17 (</a:t>
              </a:r>
              <a:r>
                <a:rPr lang="fr-FR" sz="900" dirty="0" err="1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wago</a:t>
              </a:r>
              <a: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)</a:t>
              </a:r>
              <a:b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</a:br>
              <a:r>
                <a:rPr lang="fr-FR" sz="90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192.168.1.4(siemens)</a:t>
              </a:r>
            </a:p>
            <a:p>
              <a:endParaRPr lang="fr-FR" sz="9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  <a:p>
              <a:pPr algn="l"/>
              <a:endParaRPr lang="fr-FR" sz="9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BC167DE-0CF0-EA27-57C5-31CB38FF94AF}"/>
              </a:ext>
            </a:extLst>
          </p:cNvPr>
          <p:cNvGrpSpPr/>
          <p:nvPr/>
        </p:nvGrpSpPr>
        <p:grpSpPr>
          <a:xfrm>
            <a:off x="2802198" y="4735975"/>
            <a:ext cx="941444" cy="966791"/>
            <a:chOff x="3968212" y="3600759"/>
            <a:chExt cx="1450229" cy="1404521"/>
          </a:xfrm>
        </p:grpSpPr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01D5EF86-8649-A09A-1086-2210C613E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79881" y="3810765"/>
              <a:ext cx="967859" cy="1194515"/>
            </a:xfrm>
            <a:prstGeom prst="rect">
              <a:avLst/>
            </a:prstGeom>
          </p:spPr>
        </p:pic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234F0BC6-C9FF-A297-32AF-3B9B0F8B7B82}"/>
                </a:ext>
              </a:extLst>
            </p:cNvPr>
            <p:cNvSpPr txBox="1"/>
            <p:nvPr/>
          </p:nvSpPr>
          <p:spPr>
            <a:xfrm>
              <a:off x="3968212" y="3600759"/>
              <a:ext cx="1450229" cy="34753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62500" lnSpcReduction="2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Automate slave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32021CCD-F290-F88A-B4C3-8E3DC3DD21AF}"/>
              </a:ext>
            </a:extLst>
          </p:cNvPr>
          <p:cNvGrpSpPr/>
          <p:nvPr/>
        </p:nvGrpSpPr>
        <p:grpSpPr>
          <a:xfrm>
            <a:off x="4153426" y="2750395"/>
            <a:ext cx="984986" cy="1191128"/>
            <a:chOff x="9980502" y="1867811"/>
            <a:chExt cx="984986" cy="1191128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681E8E91-DF22-0B77-5182-31AD16C19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0502" y="2076359"/>
              <a:ext cx="601157" cy="982580"/>
            </a:xfrm>
            <a:prstGeom prst="rect">
              <a:avLst/>
            </a:prstGeom>
          </p:spPr>
        </p:pic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9EC7D70F-C027-51DB-AFE8-BA4B2B90BA36}"/>
                </a:ext>
              </a:extLst>
            </p:cNvPr>
            <p:cNvSpPr txBox="1"/>
            <p:nvPr/>
          </p:nvSpPr>
          <p:spPr>
            <a:xfrm>
              <a:off x="9980502" y="1867811"/>
              <a:ext cx="984986" cy="28213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DEIE</a:t>
              </a: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075D4F7-02EE-E9E7-AB7D-91A5A6BFB26A}"/>
              </a:ext>
            </a:extLst>
          </p:cNvPr>
          <p:cNvGrpSpPr/>
          <p:nvPr/>
        </p:nvGrpSpPr>
        <p:grpSpPr>
          <a:xfrm>
            <a:off x="9113640" y="3680989"/>
            <a:ext cx="948907" cy="1199542"/>
            <a:chOff x="6590580" y="2992761"/>
            <a:chExt cx="948907" cy="1199542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6C7F2FBB-1FAC-F874-944A-437C696DD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13968" t="15477" r="12006" b="7869"/>
            <a:stretch/>
          </p:blipFill>
          <p:spPr>
            <a:xfrm>
              <a:off x="6590580" y="2992761"/>
              <a:ext cx="948907" cy="982581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B15E7578-6E6B-4377-78C1-EA8194FA9003}"/>
                </a:ext>
              </a:extLst>
            </p:cNvPr>
            <p:cNvSpPr txBox="1"/>
            <p:nvPr/>
          </p:nvSpPr>
          <p:spPr>
            <a:xfrm>
              <a:off x="6905445" y="3910166"/>
              <a:ext cx="634042" cy="28213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 fontScale="92500" lnSpcReduction="10000"/>
            </a:bodyPr>
            <a:lstStyle/>
            <a:p>
              <a:pPr algn="l"/>
              <a:r>
                <a:rPr lang="fr-FR" sz="1400" b="0" i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PC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7B013376-8AC8-48F2-B515-122F4E81761F}"/>
              </a:ext>
            </a:extLst>
          </p:cNvPr>
          <p:cNvGrpSpPr/>
          <p:nvPr/>
        </p:nvGrpSpPr>
        <p:grpSpPr>
          <a:xfrm>
            <a:off x="5540371" y="1428430"/>
            <a:ext cx="1242168" cy="885934"/>
            <a:chOff x="6545385" y="2537836"/>
            <a:chExt cx="1242168" cy="885934"/>
          </a:xfrm>
        </p:grpSpPr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8D7CFA80-31F7-63F0-FA08-F8F2E4D29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45385" y="2537836"/>
              <a:ext cx="1242168" cy="510584"/>
            </a:xfrm>
            <a:prstGeom prst="rect">
              <a:avLst/>
            </a:prstGeom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15B3B70E-DDAA-79ED-1520-4DB49B25E660}"/>
                </a:ext>
              </a:extLst>
            </p:cNvPr>
            <p:cNvSpPr txBox="1"/>
            <p:nvPr/>
          </p:nvSpPr>
          <p:spPr>
            <a:xfrm>
              <a:off x="6673705" y="3076240"/>
              <a:ext cx="1113848" cy="34753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6220031-98DE-DAC7-5577-AA06B106B50E}"/>
              </a:ext>
            </a:extLst>
          </p:cNvPr>
          <p:cNvCxnSpPr>
            <a:stCxn id="9" idx="2"/>
            <a:endCxn id="6" idx="0"/>
          </p:cNvCxnSpPr>
          <p:nvPr/>
        </p:nvCxnSpPr>
        <p:spPr>
          <a:xfrm>
            <a:off x="2624327" y="2735722"/>
            <a:ext cx="12913" cy="9767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FD8E9360-2BD1-859A-8B2E-D068E5555B3C}"/>
              </a:ext>
            </a:extLst>
          </p:cNvPr>
          <p:cNvCxnSpPr>
            <a:stCxn id="12" idx="0"/>
          </p:cNvCxnSpPr>
          <p:nvPr/>
        </p:nvCxnSpPr>
        <p:spPr>
          <a:xfrm flipH="1" flipV="1">
            <a:off x="1889208" y="4433361"/>
            <a:ext cx="1" cy="1486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2BEF32E2-301F-79DB-99B0-54BBBDE1606D}"/>
              </a:ext>
            </a:extLst>
          </p:cNvPr>
          <p:cNvCxnSpPr>
            <a:cxnSpLocks/>
          </p:cNvCxnSpPr>
          <p:nvPr/>
        </p:nvCxnSpPr>
        <p:spPr>
          <a:xfrm>
            <a:off x="1896516" y="4437509"/>
            <a:ext cx="7407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1D2CB3B5-F8C4-5E11-31AE-890D95B13B9A}"/>
              </a:ext>
            </a:extLst>
          </p:cNvPr>
          <p:cNvCxnSpPr>
            <a:cxnSpLocks/>
            <a:endCxn id="6" idx="2"/>
          </p:cNvCxnSpPr>
          <p:nvPr/>
        </p:nvCxnSpPr>
        <p:spPr>
          <a:xfrm flipH="1" flipV="1">
            <a:off x="2637240" y="4059971"/>
            <a:ext cx="7306" cy="373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0F508297-20E0-9F80-2402-F4C821C4E769}"/>
              </a:ext>
            </a:extLst>
          </p:cNvPr>
          <p:cNvCxnSpPr>
            <a:cxnSpLocks/>
          </p:cNvCxnSpPr>
          <p:nvPr/>
        </p:nvCxnSpPr>
        <p:spPr>
          <a:xfrm>
            <a:off x="4407618" y="3990836"/>
            <a:ext cx="7802" cy="424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20D24C65-BB49-87CD-C9C8-DB97960B368B}"/>
              </a:ext>
            </a:extLst>
          </p:cNvPr>
          <p:cNvCxnSpPr>
            <a:cxnSpLocks/>
          </p:cNvCxnSpPr>
          <p:nvPr/>
        </p:nvCxnSpPr>
        <p:spPr>
          <a:xfrm flipV="1">
            <a:off x="2644546" y="4422970"/>
            <a:ext cx="1766973" cy="10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B415F5F9-27B3-47F5-A344-0DC0A047D47C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9581959" y="2525998"/>
            <a:ext cx="6135" cy="11549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3EE948B4-BC99-84D0-8B25-B8FFDF5A196E}"/>
              </a:ext>
            </a:extLst>
          </p:cNvPr>
          <p:cNvCxnSpPr>
            <a:cxnSpLocks/>
          </p:cNvCxnSpPr>
          <p:nvPr/>
        </p:nvCxnSpPr>
        <p:spPr>
          <a:xfrm flipV="1">
            <a:off x="9581959" y="1663051"/>
            <a:ext cx="0" cy="566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7821A755-A5E9-5808-A3D2-5B3623B12BBB}"/>
              </a:ext>
            </a:extLst>
          </p:cNvPr>
          <p:cNvCxnSpPr>
            <a:cxnSpLocks/>
          </p:cNvCxnSpPr>
          <p:nvPr/>
        </p:nvCxnSpPr>
        <p:spPr>
          <a:xfrm flipH="1">
            <a:off x="2644546" y="1663051"/>
            <a:ext cx="244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0C7AB571-2BA3-F5DD-55EC-FDC7E32D1E4D}"/>
              </a:ext>
            </a:extLst>
          </p:cNvPr>
          <p:cNvCxnSpPr/>
          <p:nvPr/>
        </p:nvCxnSpPr>
        <p:spPr>
          <a:xfrm>
            <a:off x="2644546" y="1663051"/>
            <a:ext cx="0" cy="561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Image 35">
            <a:extLst>
              <a:ext uri="{FF2B5EF4-FFF2-40B4-BE49-F238E27FC236}">
                <a16:creationId xmlns:a16="http://schemas.microsoft.com/office/drawing/2014/main" id="{27BE5ED4-322E-D1A8-5C27-6DBCCEBE31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6870" y="4938151"/>
            <a:ext cx="601156" cy="784597"/>
          </a:xfrm>
          <a:prstGeom prst="rect">
            <a:avLst/>
          </a:prstGeom>
        </p:spPr>
      </p:pic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09EFD206-B102-44AF-557E-64A46DF91EAF}"/>
              </a:ext>
            </a:extLst>
          </p:cNvPr>
          <p:cNvCxnSpPr/>
          <p:nvPr/>
        </p:nvCxnSpPr>
        <p:spPr>
          <a:xfrm>
            <a:off x="2645865" y="4300671"/>
            <a:ext cx="0" cy="305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A4B92754-522E-BC33-3653-DBC2D3CF1330}"/>
              </a:ext>
            </a:extLst>
          </p:cNvPr>
          <p:cNvCxnSpPr/>
          <p:nvPr/>
        </p:nvCxnSpPr>
        <p:spPr>
          <a:xfrm>
            <a:off x="2644546" y="4606585"/>
            <a:ext cx="162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FC974D81-06B2-57FD-D42A-C337A518DE68}"/>
              </a:ext>
            </a:extLst>
          </p:cNvPr>
          <p:cNvCxnSpPr>
            <a:endCxn id="36" idx="0"/>
          </p:cNvCxnSpPr>
          <p:nvPr/>
        </p:nvCxnSpPr>
        <p:spPr>
          <a:xfrm>
            <a:off x="4267448" y="4606585"/>
            <a:ext cx="0" cy="331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60E6A05A-A4C8-C462-D664-2151D9DD7938}"/>
              </a:ext>
            </a:extLst>
          </p:cNvPr>
          <p:cNvSpPr txBox="1"/>
          <p:nvPr/>
        </p:nvSpPr>
        <p:spPr>
          <a:xfrm>
            <a:off x="3832271" y="5722747"/>
            <a:ext cx="1139881" cy="504789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77500" lnSpcReduction="20000"/>
          </a:bodyPr>
          <a:lstStyle/>
          <a:p>
            <a:pPr algn="l"/>
            <a:r>
              <a:rPr lang="fr-FR" sz="1400" b="0" i="0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Smartlogger</a:t>
            </a:r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l"/>
            <a:r>
              <a: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(192.168.1.100)</a:t>
            </a:r>
          </a:p>
          <a:p>
            <a:pPr algn="l"/>
            <a:endParaRPr lang="fr-FR" sz="1400" b="0" i="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B1FB34FA-F3C7-34C8-2FCD-8D5A2B05C956}"/>
              </a:ext>
            </a:extLst>
          </p:cNvPr>
          <p:cNvCxnSpPr>
            <a:cxnSpLocks/>
          </p:cNvCxnSpPr>
          <p:nvPr/>
        </p:nvCxnSpPr>
        <p:spPr>
          <a:xfrm flipH="1">
            <a:off x="7136722" y="1663051"/>
            <a:ext cx="24452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B3041748-1C7A-3ECC-B749-ED8EC84B9B98}"/>
              </a:ext>
            </a:extLst>
          </p:cNvPr>
          <p:cNvSpPr txBox="1"/>
          <p:nvPr/>
        </p:nvSpPr>
        <p:spPr>
          <a:xfrm>
            <a:off x="5788595" y="1947672"/>
            <a:ext cx="1113848" cy="34753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algn="l"/>
            <a:r>
              <a:rPr lang="fr-FR" sz="140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Server Broker</a:t>
            </a:r>
            <a:endParaRPr lang="fr-FR" sz="1400" b="0" i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A5F5AA1-77C5-8AA9-0969-CFDFE75FC096}"/>
              </a:ext>
            </a:extLst>
          </p:cNvPr>
          <p:cNvSpPr txBox="1"/>
          <p:nvPr/>
        </p:nvSpPr>
        <p:spPr>
          <a:xfrm>
            <a:off x="3559667" y="1701200"/>
            <a:ext cx="984986" cy="28213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fr-FR" sz="1400" b="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MQTT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6F77EC4-41E6-3FEC-110D-637853A6F4A4}"/>
              </a:ext>
            </a:extLst>
          </p:cNvPr>
          <p:cNvSpPr txBox="1"/>
          <p:nvPr/>
        </p:nvSpPr>
        <p:spPr>
          <a:xfrm>
            <a:off x="8146385" y="1688954"/>
            <a:ext cx="984986" cy="28213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fr-FR" sz="1400" b="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MQTT</a:t>
            </a: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5C9921AB-F5C8-84FE-5404-B18FF0A20BE9}"/>
              </a:ext>
            </a:extLst>
          </p:cNvPr>
          <p:cNvCxnSpPr>
            <a:cxnSpLocks/>
          </p:cNvCxnSpPr>
          <p:nvPr/>
        </p:nvCxnSpPr>
        <p:spPr>
          <a:xfrm flipV="1">
            <a:off x="6294408" y="2295202"/>
            <a:ext cx="0" cy="1076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Image 51">
            <a:extLst>
              <a:ext uri="{FF2B5EF4-FFF2-40B4-BE49-F238E27FC236}">
                <a16:creationId xmlns:a16="http://schemas.microsoft.com/office/drawing/2014/main" id="{E96DCC71-23C9-B768-832A-CACAC43B05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6098" y="3485944"/>
            <a:ext cx="1203746" cy="308460"/>
          </a:xfrm>
          <a:prstGeom prst="rect">
            <a:avLst/>
          </a:prstGeom>
        </p:spPr>
      </p:pic>
      <p:sp>
        <p:nvSpPr>
          <p:cNvPr id="53" name="ZoneTexte 52">
            <a:extLst>
              <a:ext uri="{FF2B5EF4-FFF2-40B4-BE49-F238E27FC236}">
                <a16:creationId xmlns:a16="http://schemas.microsoft.com/office/drawing/2014/main" id="{337B131D-9767-8205-382A-BA37A0B88C82}"/>
              </a:ext>
            </a:extLst>
          </p:cNvPr>
          <p:cNvSpPr txBox="1"/>
          <p:nvPr/>
        </p:nvSpPr>
        <p:spPr>
          <a:xfrm>
            <a:off x="6290046" y="2740216"/>
            <a:ext cx="984986" cy="28213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 lnSpcReduction="10000"/>
          </a:bodyPr>
          <a:lstStyle/>
          <a:p>
            <a:pPr algn="l"/>
            <a:r>
              <a:rPr lang="fr-FR" sz="1400" b="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MQTT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B92D7D80-2DD4-D0F8-6CE7-FA55DB274701}"/>
              </a:ext>
            </a:extLst>
          </p:cNvPr>
          <p:cNvSpPr txBox="1"/>
          <p:nvPr/>
        </p:nvSpPr>
        <p:spPr>
          <a:xfrm>
            <a:off x="5765742" y="3817071"/>
            <a:ext cx="1113848" cy="34753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fr-FR" sz="1400" b="0" i="1" dirty="0" err="1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Inverter</a:t>
            </a:r>
            <a:r>
              <a:rPr lang="fr-FR" sz="1400" b="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data</a:t>
            </a:r>
          </a:p>
        </p:txBody>
      </p:sp>
      <p:pic>
        <p:nvPicPr>
          <p:cNvPr id="46" name="Image 45">
            <a:extLst>
              <a:ext uri="{FF2B5EF4-FFF2-40B4-BE49-F238E27FC236}">
                <a16:creationId xmlns:a16="http://schemas.microsoft.com/office/drawing/2014/main" id="{CA4A5CAB-F9C4-1799-5B66-72EE0C06DC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6859" y="2229146"/>
            <a:ext cx="1752752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630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1EDFC-FA23-3F4C-1F48-4AD8FE02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B7E3BFD-E5CF-19DA-6B89-0E30DB692A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47" name="Titre 2">
            <a:extLst>
              <a:ext uri="{FF2B5EF4-FFF2-40B4-BE49-F238E27FC236}">
                <a16:creationId xmlns:a16="http://schemas.microsoft.com/office/drawing/2014/main" id="{5589E2A3-DAA4-1109-B6F7-8F810DC664C1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In France</a:t>
            </a:r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FE7F07D5-0A12-AAF2-580F-11224F56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415021"/>
          </a:xfrm>
        </p:spPr>
        <p:txBody>
          <a:bodyPr/>
          <a:lstStyle/>
          <a:p>
            <a:r>
              <a:rPr lang="en-GB" dirty="0"/>
              <a:t>HI²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9A6F47BE-B94E-D03D-30F1-1258CE723C54}"/>
              </a:ext>
            </a:extLst>
          </p:cNvPr>
          <p:cNvSpPr txBox="1"/>
          <p:nvPr/>
        </p:nvSpPr>
        <p:spPr>
          <a:xfrm>
            <a:off x="600895" y="2144168"/>
            <a:ext cx="4526581" cy="2046667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Backlog to be defined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Development to be planned for Operations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Modification of the Synoptic Menu</a:t>
            </a:r>
          </a:p>
          <a:p>
            <a:r>
              <a:rPr lang="en-US" sz="1600" dirty="0">
                <a:solidFill>
                  <a:schemeClr val="bg1"/>
                </a:solidFill>
              </a:rPr>
              <a:t>Modification of the Inverter Menu</a:t>
            </a:r>
          </a:p>
          <a:p>
            <a:r>
              <a:rPr lang="en-US" sz="1600" dirty="0">
                <a:solidFill>
                  <a:schemeClr val="bg1"/>
                </a:solidFill>
              </a:rPr>
              <a:t>Creation/Modification of plant declarations</a:t>
            </a: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77A8D73B-3532-1FC0-B0D5-B96542C5EF40}"/>
              </a:ext>
            </a:extLst>
          </p:cNvPr>
          <p:cNvSpPr/>
          <p:nvPr/>
        </p:nvSpPr>
        <p:spPr>
          <a:xfrm>
            <a:off x="4881897" y="1701613"/>
            <a:ext cx="1431986" cy="6397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Navigateur web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42A27813-5A4F-DFE7-20A7-54A931F2977C}"/>
              </a:ext>
            </a:extLst>
          </p:cNvPr>
          <p:cNvSpPr/>
          <p:nvPr/>
        </p:nvSpPr>
        <p:spPr>
          <a:xfrm>
            <a:off x="7181490" y="1710166"/>
            <a:ext cx="1564258" cy="616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Front: Next.js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979AA861-5A52-F355-F156-984719688655}"/>
              </a:ext>
            </a:extLst>
          </p:cNvPr>
          <p:cNvSpPr/>
          <p:nvPr/>
        </p:nvSpPr>
        <p:spPr>
          <a:xfrm>
            <a:off x="7206969" y="3357618"/>
            <a:ext cx="1505466" cy="8195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Backend: Node/Express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E85BCC3B-B708-79F1-3029-5CF7CEE4BD15}"/>
              </a:ext>
            </a:extLst>
          </p:cNvPr>
          <p:cNvSpPr/>
          <p:nvPr/>
        </p:nvSpPr>
        <p:spPr>
          <a:xfrm>
            <a:off x="7177572" y="5097122"/>
            <a:ext cx="1564259" cy="825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Polling service: Node.js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DB6E2D72-25C0-1A33-D3EB-2115AB18800F}"/>
              </a:ext>
            </a:extLst>
          </p:cNvPr>
          <p:cNvSpPr/>
          <p:nvPr/>
        </p:nvSpPr>
        <p:spPr>
          <a:xfrm>
            <a:off x="4350909" y="4056617"/>
            <a:ext cx="1683065" cy="919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Base de données: MongoDB</a:t>
            </a:r>
          </a:p>
        </p:txBody>
      </p:sp>
      <p:cxnSp>
        <p:nvCxnSpPr>
          <p:cNvPr id="257" name="Connecteur droit avec flèche 256">
            <a:extLst>
              <a:ext uri="{FF2B5EF4-FFF2-40B4-BE49-F238E27FC236}">
                <a16:creationId xmlns:a16="http://schemas.microsoft.com/office/drawing/2014/main" id="{0C59F0F3-1702-9BCC-E0F8-0A4CC0EA8D92}"/>
              </a:ext>
            </a:extLst>
          </p:cNvPr>
          <p:cNvCxnSpPr>
            <a:cxnSpLocks/>
            <a:stCxn id="252" idx="3"/>
            <a:endCxn id="253" idx="1"/>
          </p:cNvCxnSpPr>
          <p:nvPr/>
        </p:nvCxnSpPr>
        <p:spPr>
          <a:xfrm flipV="1">
            <a:off x="6313883" y="2018574"/>
            <a:ext cx="867607" cy="2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necteur droit avec flèche 257">
            <a:extLst>
              <a:ext uri="{FF2B5EF4-FFF2-40B4-BE49-F238E27FC236}">
                <a16:creationId xmlns:a16="http://schemas.microsoft.com/office/drawing/2014/main" id="{368CDEF7-D0C4-1108-409C-A22179C5D2EE}"/>
              </a:ext>
            </a:extLst>
          </p:cNvPr>
          <p:cNvCxnSpPr>
            <a:cxnSpLocks/>
            <a:stCxn id="253" idx="2"/>
            <a:endCxn id="254" idx="0"/>
          </p:cNvCxnSpPr>
          <p:nvPr/>
        </p:nvCxnSpPr>
        <p:spPr>
          <a:xfrm flipH="1">
            <a:off x="7959702" y="2326981"/>
            <a:ext cx="3917" cy="1030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cteur droit avec flèche 259">
            <a:extLst>
              <a:ext uri="{FF2B5EF4-FFF2-40B4-BE49-F238E27FC236}">
                <a16:creationId xmlns:a16="http://schemas.microsoft.com/office/drawing/2014/main" id="{77C12885-6853-9389-B50F-CE8482FAFD6C}"/>
              </a:ext>
            </a:extLst>
          </p:cNvPr>
          <p:cNvCxnSpPr>
            <a:cxnSpLocks/>
          </p:cNvCxnSpPr>
          <p:nvPr/>
        </p:nvCxnSpPr>
        <p:spPr>
          <a:xfrm flipH="1">
            <a:off x="6032498" y="4145442"/>
            <a:ext cx="1106852" cy="251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necteur droit avec flèche 260">
            <a:extLst>
              <a:ext uri="{FF2B5EF4-FFF2-40B4-BE49-F238E27FC236}">
                <a16:creationId xmlns:a16="http://schemas.microsoft.com/office/drawing/2014/main" id="{58DC0286-3B86-AF89-A568-4DF960A7FED7}"/>
              </a:ext>
            </a:extLst>
          </p:cNvPr>
          <p:cNvCxnSpPr>
            <a:cxnSpLocks/>
          </p:cNvCxnSpPr>
          <p:nvPr/>
        </p:nvCxnSpPr>
        <p:spPr>
          <a:xfrm flipH="1" flipV="1">
            <a:off x="8088703" y="2326981"/>
            <a:ext cx="2873" cy="1003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eur droit avec flèche 261">
            <a:extLst>
              <a:ext uri="{FF2B5EF4-FFF2-40B4-BE49-F238E27FC236}">
                <a16:creationId xmlns:a16="http://schemas.microsoft.com/office/drawing/2014/main" id="{199EFC1E-A3C1-4025-19F5-EE6359754829}"/>
              </a:ext>
            </a:extLst>
          </p:cNvPr>
          <p:cNvCxnSpPr>
            <a:cxnSpLocks/>
          </p:cNvCxnSpPr>
          <p:nvPr/>
        </p:nvCxnSpPr>
        <p:spPr>
          <a:xfrm flipV="1">
            <a:off x="10443719" y="2018574"/>
            <a:ext cx="0" cy="1890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eur droit avec flèche 262">
            <a:extLst>
              <a:ext uri="{FF2B5EF4-FFF2-40B4-BE49-F238E27FC236}">
                <a16:creationId xmlns:a16="http://schemas.microsoft.com/office/drawing/2014/main" id="{CF3CFCAB-243D-EDC7-1490-8FEA2EC19D7F}"/>
              </a:ext>
            </a:extLst>
          </p:cNvPr>
          <p:cNvCxnSpPr>
            <a:cxnSpLocks/>
          </p:cNvCxnSpPr>
          <p:nvPr/>
        </p:nvCxnSpPr>
        <p:spPr>
          <a:xfrm flipV="1">
            <a:off x="6014592" y="3993595"/>
            <a:ext cx="1162980" cy="277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necteur droit avec flèche 263">
            <a:extLst>
              <a:ext uri="{FF2B5EF4-FFF2-40B4-BE49-F238E27FC236}">
                <a16:creationId xmlns:a16="http://schemas.microsoft.com/office/drawing/2014/main" id="{9FA62B0C-B614-96C9-0EB3-496008C4B9C7}"/>
              </a:ext>
            </a:extLst>
          </p:cNvPr>
          <p:cNvCxnSpPr>
            <a:cxnSpLocks/>
          </p:cNvCxnSpPr>
          <p:nvPr/>
        </p:nvCxnSpPr>
        <p:spPr>
          <a:xfrm flipH="1">
            <a:off x="6313883" y="1857667"/>
            <a:ext cx="9582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ZoneTexte 264">
            <a:extLst>
              <a:ext uri="{FF2B5EF4-FFF2-40B4-BE49-F238E27FC236}">
                <a16:creationId xmlns:a16="http://schemas.microsoft.com/office/drawing/2014/main" id="{D6FA8946-44FE-1D7D-FFBC-9B5B161ABB5C}"/>
              </a:ext>
            </a:extLst>
          </p:cNvPr>
          <p:cNvSpPr txBox="1"/>
          <p:nvPr/>
        </p:nvSpPr>
        <p:spPr>
          <a:xfrm>
            <a:off x="8199406" y="2634125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API : Port 3001</a:t>
            </a:r>
          </a:p>
        </p:txBody>
      </p:sp>
      <p:sp>
        <p:nvSpPr>
          <p:cNvPr id="266" name="ZoneTexte 265">
            <a:extLst>
              <a:ext uri="{FF2B5EF4-FFF2-40B4-BE49-F238E27FC236}">
                <a16:creationId xmlns:a16="http://schemas.microsoft.com/office/drawing/2014/main" id="{B5DD267C-5AEB-E98E-F43F-1F3E8810FF7A}"/>
              </a:ext>
            </a:extLst>
          </p:cNvPr>
          <p:cNvSpPr txBox="1"/>
          <p:nvPr/>
        </p:nvSpPr>
        <p:spPr>
          <a:xfrm>
            <a:off x="6118221" y="1323287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HTTPS : Port 3000</a:t>
            </a:r>
          </a:p>
        </p:txBody>
      </p:sp>
      <p:cxnSp>
        <p:nvCxnSpPr>
          <p:cNvPr id="267" name="Connecteur droit avec flèche 266">
            <a:extLst>
              <a:ext uri="{FF2B5EF4-FFF2-40B4-BE49-F238E27FC236}">
                <a16:creationId xmlns:a16="http://schemas.microsoft.com/office/drawing/2014/main" id="{B6CC9CD3-B494-91FA-A84B-BC520170FDAA}"/>
              </a:ext>
            </a:extLst>
          </p:cNvPr>
          <p:cNvCxnSpPr>
            <a:cxnSpLocks/>
          </p:cNvCxnSpPr>
          <p:nvPr/>
        </p:nvCxnSpPr>
        <p:spPr>
          <a:xfrm flipH="1" flipV="1">
            <a:off x="6032498" y="4926872"/>
            <a:ext cx="1075343" cy="415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necteur droit avec flèche 267">
            <a:extLst>
              <a:ext uri="{FF2B5EF4-FFF2-40B4-BE49-F238E27FC236}">
                <a16:creationId xmlns:a16="http://schemas.microsoft.com/office/drawing/2014/main" id="{A88093B9-B7D7-3DD3-8AE2-B447450E79F5}"/>
              </a:ext>
            </a:extLst>
          </p:cNvPr>
          <p:cNvCxnSpPr>
            <a:cxnSpLocks/>
          </p:cNvCxnSpPr>
          <p:nvPr/>
        </p:nvCxnSpPr>
        <p:spPr>
          <a:xfrm>
            <a:off x="6038175" y="4754310"/>
            <a:ext cx="1139397" cy="451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7" name="Groupe 306">
            <a:extLst>
              <a:ext uri="{FF2B5EF4-FFF2-40B4-BE49-F238E27FC236}">
                <a16:creationId xmlns:a16="http://schemas.microsoft.com/office/drawing/2014/main" id="{29C2A1B7-B2D2-29A2-662D-9B3226D2C3DD}"/>
              </a:ext>
            </a:extLst>
          </p:cNvPr>
          <p:cNvGrpSpPr/>
          <p:nvPr/>
        </p:nvGrpSpPr>
        <p:grpSpPr>
          <a:xfrm>
            <a:off x="10098743" y="1179755"/>
            <a:ext cx="1242168" cy="885934"/>
            <a:chOff x="6545385" y="2537836"/>
            <a:chExt cx="1242168" cy="885934"/>
          </a:xfrm>
        </p:grpSpPr>
        <p:pic>
          <p:nvPicPr>
            <p:cNvPr id="308" name="Image 307">
              <a:extLst>
                <a:ext uri="{FF2B5EF4-FFF2-40B4-BE49-F238E27FC236}">
                  <a16:creationId xmlns:a16="http://schemas.microsoft.com/office/drawing/2014/main" id="{29DC6D5D-C7E7-8DA7-DF0B-7DE006AA6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5385" y="2537836"/>
              <a:ext cx="1242168" cy="510584"/>
            </a:xfrm>
            <a:prstGeom prst="rect">
              <a:avLst/>
            </a:prstGeom>
          </p:spPr>
        </p:pic>
        <p:sp>
          <p:nvSpPr>
            <p:cNvPr id="309" name="ZoneTexte 308">
              <a:extLst>
                <a:ext uri="{FF2B5EF4-FFF2-40B4-BE49-F238E27FC236}">
                  <a16:creationId xmlns:a16="http://schemas.microsoft.com/office/drawing/2014/main" id="{44DE6C10-D2CD-BB67-E224-EDA7DC839CC2}"/>
                </a:ext>
              </a:extLst>
            </p:cNvPr>
            <p:cNvSpPr txBox="1"/>
            <p:nvPr/>
          </p:nvSpPr>
          <p:spPr>
            <a:xfrm>
              <a:off x="6673705" y="3076240"/>
              <a:ext cx="1113848" cy="34753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normAutofit/>
            </a:bodyPr>
            <a:lstStyle/>
            <a:p>
              <a:pPr algn="l"/>
              <a:endParaRPr lang="fr-FR" sz="1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310" name="ZoneTexte 309">
            <a:extLst>
              <a:ext uri="{FF2B5EF4-FFF2-40B4-BE49-F238E27FC236}">
                <a16:creationId xmlns:a16="http://schemas.microsoft.com/office/drawing/2014/main" id="{766A6BC4-4E41-642B-57D6-64414A440F18}"/>
              </a:ext>
            </a:extLst>
          </p:cNvPr>
          <p:cNvSpPr txBox="1"/>
          <p:nvPr/>
        </p:nvSpPr>
        <p:spPr>
          <a:xfrm>
            <a:off x="10346967" y="1698997"/>
            <a:ext cx="1113848" cy="34753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 fontScale="92500"/>
          </a:bodyPr>
          <a:lstStyle/>
          <a:p>
            <a:pPr algn="l"/>
            <a:r>
              <a:rPr lang="fr-FR" sz="1400" i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Server Broker</a:t>
            </a:r>
            <a:endParaRPr lang="fr-FR" sz="1400" b="0" i="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11" name="Connecteur droit avec flèche 310">
            <a:extLst>
              <a:ext uri="{FF2B5EF4-FFF2-40B4-BE49-F238E27FC236}">
                <a16:creationId xmlns:a16="http://schemas.microsoft.com/office/drawing/2014/main" id="{506BCF3A-8CB3-321A-FA82-613C48DA0711}"/>
              </a:ext>
            </a:extLst>
          </p:cNvPr>
          <p:cNvCxnSpPr>
            <a:cxnSpLocks/>
          </p:cNvCxnSpPr>
          <p:nvPr/>
        </p:nvCxnSpPr>
        <p:spPr>
          <a:xfrm flipH="1">
            <a:off x="8741831" y="3669984"/>
            <a:ext cx="9345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Connecteur droit 315">
            <a:extLst>
              <a:ext uri="{FF2B5EF4-FFF2-40B4-BE49-F238E27FC236}">
                <a16:creationId xmlns:a16="http://schemas.microsoft.com/office/drawing/2014/main" id="{9745E73C-219E-D9DB-108E-90DAF43DC0FD}"/>
              </a:ext>
            </a:extLst>
          </p:cNvPr>
          <p:cNvCxnSpPr>
            <a:cxnSpLocks/>
          </p:cNvCxnSpPr>
          <p:nvPr/>
        </p:nvCxnSpPr>
        <p:spPr>
          <a:xfrm>
            <a:off x="9230836" y="3669984"/>
            <a:ext cx="10902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Connecteur droit 316">
            <a:extLst>
              <a:ext uri="{FF2B5EF4-FFF2-40B4-BE49-F238E27FC236}">
                <a16:creationId xmlns:a16="http://schemas.microsoft.com/office/drawing/2014/main" id="{34E8F902-98E1-4D7E-BD52-28876BCD1CEB}"/>
              </a:ext>
            </a:extLst>
          </p:cNvPr>
          <p:cNvCxnSpPr>
            <a:cxnSpLocks/>
          </p:cNvCxnSpPr>
          <p:nvPr/>
        </p:nvCxnSpPr>
        <p:spPr>
          <a:xfrm>
            <a:off x="8727739" y="3908648"/>
            <a:ext cx="1710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eur droit 319">
            <a:extLst>
              <a:ext uri="{FF2B5EF4-FFF2-40B4-BE49-F238E27FC236}">
                <a16:creationId xmlns:a16="http://schemas.microsoft.com/office/drawing/2014/main" id="{D3F637D0-D159-F84C-70B0-340DC3A76E98}"/>
              </a:ext>
            </a:extLst>
          </p:cNvPr>
          <p:cNvCxnSpPr>
            <a:cxnSpLocks/>
          </p:cNvCxnSpPr>
          <p:nvPr/>
        </p:nvCxnSpPr>
        <p:spPr>
          <a:xfrm>
            <a:off x="10329715" y="2135037"/>
            <a:ext cx="0" cy="1530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ZoneTexte 323">
            <a:extLst>
              <a:ext uri="{FF2B5EF4-FFF2-40B4-BE49-F238E27FC236}">
                <a16:creationId xmlns:a16="http://schemas.microsoft.com/office/drawing/2014/main" id="{694B718E-7AB6-FD3A-1AE5-761C5A9EF06B}"/>
              </a:ext>
            </a:extLst>
          </p:cNvPr>
          <p:cNvSpPr txBox="1"/>
          <p:nvPr/>
        </p:nvSpPr>
        <p:spPr>
          <a:xfrm>
            <a:off x="8908510" y="447708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t">
            <a:noAutofit/>
          </a:bodyPr>
          <a:lstStyle/>
          <a:p>
            <a:pPr algn="l"/>
            <a:r>
              <a:rPr lang="fr-FR" sz="1600" dirty="0">
                <a:solidFill>
                  <a:schemeClr val="bg1"/>
                </a:solidFill>
              </a:rPr>
              <a:t>OU</a:t>
            </a:r>
            <a:endParaRPr lang="fr-FR" sz="1200" dirty="0">
              <a:solidFill>
                <a:schemeClr val="bg1"/>
              </a:solidFill>
            </a:endParaRPr>
          </a:p>
        </p:txBody>
      </p:sp>
      <p:cxnSp>
        <p:nvCxnSpPr>
          <p:cNvPr id="327" name="Connecteur droit avec flèche 326">
            <a:extLst>
              <a:ext uri="{FF2B5EF4-FFF2-40B4-BE49-F238E27FC236}">
                <a16:creationId xmlns:a16="http://schemas.microsoft.com/office/drawing/2014/main" id="{C29B540E-7B03-2F51-7916-1588AC5206AA}"/>
              </a:ext>
            </a:extLst>
          </p:cNvPr>
          <p:cNvCxnSpPr>
            <a:cxnSpLocks/>
          </p:cNvCxnSpPr>
          <p:nvPr/>
        </p:nvCxnSpPr>
        <p:spPr>
          <a:xfrm flipV="1">
            <a:off x="11182714" y="2037901"/>
            <a:ext cx="0" cy="366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Connecteur droit 327">
            <a:extLst>
              <a:ext uri="{FF2B5EF4-FFF2-40B4-BE49-F238E27FC236}">
                <a16:creationId xmlns:a16="http://schemas.microsoft.com/office/drawing/2014/main" id="{58666AAF-8899-7FEA-0F4B-7927FE4AB046}"/>
              </a:ext>
            </a:extLst>
          </p:cNvPr>
          <p:cNvCxnSpPr>
            <a:cxnSpLocks/>
          </p:cNvCxnSpPr>
          <p:nvPr/>
        </p:nvCxnSpPr>
        <p:spPr>
          <a:xfrm>
            <a:off x="8668650" y="5700067"/>
            <a:ext cx="25140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Connecteur droit 330">
            <a:extLst>
              <a:ext uri="{FF2B5EF4-FFF2-40B4-BE49-F238E27FC236}">
                <a16:creationId xmlns:a16="http://schemas.microsoft.com/office/drawing/2014/main" id="{A0A717D1-F1A8-D9A4-588D-B22F39AEBD42}"/>
              </a:ext>
            </a:extLst>
          </p:cNvPr>
          <p:cNvCxnSpPr>
            <a:cxnSpLocks/>
          </p:cNvCxnSpPr>
          <p:nvPr/>
        </p:nvCxnSpPr>
        <p:spPr>
          <a:xfrm>
            <a:off x="10999700" y="2037901"/>
            <a:ext cx="0" cy="3472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necteur droit avec flèche 333">
            <a:extLst>
              <a:ext uri="{FF2B5EF4-FFF2-40B4-BE49-F238E27FC236}">
                <a16:creationId xmlns:a16="http://schemas.microsoft.com/office/drawing/2014/main" id="{E854DA99-A211-5551-2955-02AF01C5B040}"/>
              </a:ext>
            </a:extLst>
          </p:cNvPr>
          <p:cNvCxnSpPr>
            <a:cxnSpLocks/>
          </p:cNvCxnSpPr>
          <p:nvPr/>
        </p:nvCxnSpPr>
        <p:spPr>
          <a:xfrm flipH="1">
            <a:off x="8741830" y="5510066"/>
            <a:ext cx="2257870" cy="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998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A575-C7C0-DDC5-EF6E-55724690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13">
            <a:extLst>
              <a:ext uri="{FF2B5EF4-FFF2-40B4-BE49-F238E27FC236}">
                <a16:creationId xmlns:a16="http://schemas.microsoft.com/office/drawing/2014/main" id="{4E38530C-5298-6BCE-41CC-0F6E177BA9B1}"/>
              </a:ext>
            </a:extLst>
          </p:cNvPr>
          <p:cNvSpPr/>
          <p:nvPr/>
        </p:nvSpPr>
        <p:spPr>
          <a:xfrm>
            <a:off x="11190926" y="2647593"/>
            <a:ext cx="329803" cy="329803"/>
          </a:xfrm>
          <a:prstGeom prst="roundRect">
            <a:avLst>
              <a:gd name="adj" fmla="val 6669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41E8E45-2A5C-BC38-78AB-1CC32C419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47" name="Titre 2">
            <a:extLst>
              <a:ext uri="{FF2B5EF4-FFF2-40B4-BE49-F238E27FC236}">
                <a16:creationId xmlns:a16="http://schemas.microsoft.com/office/drawing/2014/main" id="{02288BC8-F707-BA28-EF82-4E9ECBC06610}"/>
              </a:ext>
            </a:extLst>
          </p:cNvPr>
          <p:cNvSpPr txBox="1">
            <a:spLocks/>
          </p:cNvSpPr>
          <p:nvPr/>
        </p:nvSpPr>
        <p:spPr>
          <a:xfrm>
            <a:off x="731185" y="594372"/>
            <a:ext cx="10729630" cy="7493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0369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200" b="1" i="0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fr-FR" dirty="0" err="1"/>
              <a:t>deployment</a:t>
            </a:r>
            <a:r>
              <a:rPr lang="fr-FR" dirty="0"/>
              <a:t> to production</a:t>
            </a:r>
            <a:endParaRPr lang="en-GB" dirty="0"/>
          </a:p>
        </p:txBody>
      </p:sp>
      <p:sp>
        <p:nvSpPr>
          <p:cNvPr id="248" name="Titre 2">
            <a:extLst>
              <a:ext uri="{FF2B5EF4-FFF2-40B4-BE49-F238E27FC236}">
                <a16:creationId xmlns:a16="http://schemas.microsoft.com/office/drawing/2014/main" id="{D3EDB9C4-7120-5619-E2CD-88D795AC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637" y="275092"/>
            <a:ext cx="10729630" cy="749399"/>
          </a:xfrm>
        </p:spPr>
        <p:txBody>
          <a:bodyPr/>
          <a:lstStyle/>
          <a:p>
            <a:r>
              <a:rPr lang="en-GB" dirty="0"/>
              <a:t>HI²</a:t>
            </a: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D6D38A59-8B16-74D5-404F-E2C2C7DE99CF}"/>
              </a:ext>
            </a:extLst>
          </p:cNvPr>
          <p:cNvSpPr/>
          <p:nvPr/>
        </p:nvSpPr>
        <p:spPr>
          <a:xfrm>
            <a:off x="107808" y="2797254"/>
            <a:ext cx="12954952" cy="15240"/>
          </a:xfrm>
          <a:prstGeom prst="roundRect">
            <a:avLst>
              <a:gd name="adj" fmla="val 144312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043CF90-F6EA-3F3B-A9BA-9A03F79B5475}"/>
              </a:ext>
            </a:extLst>
          </p:cNvPr>
          <p:cNvSpPr/>
          <p:nvPr/>
        </p:nvSpPr>
        <p:spPr>
          <a:xfrm>
            <a:off x="3366016" y="2372678"/>
            <a:ext cx="15240" cy="439817"/>
          </a:xfrm>
          <a:prstGeom prst="roundRect">
            <a:avLst>
              <a:gd name="adj" fmla="val 144312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146FE15-C941-00D6-287B-A2EDEEAE9406}"/>
              </a:ext>
            </a:extLst>
          </p:cNvPr>
          <p:cNvSpPr/>
          <p:nvPr/>
        </p:nvSpPr>
        <p:spPr>
          <a:xfrm>
            <a:off x="3208734" y="2647593"/>
            <a:ext cx="329803" cy="329803"/>
          </a:xfrm>
          <a:prstGeom prst="roundRect">
            <a:avLst>
              <a:gd name="adj" fmla="val 6669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C31E38B-D6F5-F31C-D0FD-B4DEC857FB93}"/>
              </a:ext>
            </a:extLst>
          </p:cNvPr>
          <p:cNvSpPr/>
          <p:nvPr/>
        </p:nvSpPr>
        <p:spPr>
          <a:xfrm>
            <a:off x="3270171" y="2683133"/>
            <a:ext cx="20693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508192D-CFED-B8E8-2091-011A41D4E018}"/>
              </a:ext>
            </a:extLst>
          </p:cNvPr>
          <p:cNvSpPr/>
          <p:nvPr/>
        </p:nvSpPr>
        <p:spPr>
          <a:xfrm>
            <a:off x="2511266" y="1453753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Q4 2025</a:t>
            </a:r>
            <a:endParaRPr lang="en-US" sz="13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115F2DE-D5CD-83E0-5456-791EF2A16E7E}"/>
              </a:ext>
            </a:extLst>
          </p:cNvPr>
          <p:cNvSpPr/>
          <p:nvPr/>
        </p:nvSpPr>
        <p:spPr>
          <a:xfrm>
            <a:off x="984290" y="1757243"/>
            <a:ext cx="4778812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Current testing and validation phase in Italian pilot sites, gathering operational data and refining core functionality.</a:t>
            </a:r>
            <a:endParaRPr lang="en-US" sz="11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FB009C4-4BC7-A970-5F78-BB2A6EF5A142}"/>
              </a:ext>
            </a:extLst>
          </p:cNvPr>
          <p:cNvSpPr/>
          <p:nvPr/>
        </p:nvSpPr>
        <p:spPr>
          <a:xfrm>
            <a:off x="5260182" y="2812494"/>
            <a:ext cx="15240" cy="439817"/>
          </a:xfrm>
          <a:prstGeom prst="roundRect">
            <a:avLst>
              <a:gd name="adj" fmla="val 144312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54104ED0-3ED7-4075-FA98-AB7A9A16D60B}"/>
              </a:ext>
            </a:extLst>
          </p:cNvPr>
          <p:cNvSpPr/>
          <p:nvPr/>
        </p:nvSpPr>
        <p:spPr>
          <a:xfrm>
            <a:off x="5218450" y="2632352"/>
            <a:ext cx="329803" cy="329803"/>
          </a:xfrm>
          <a:prstGeom prst="roundRect">
            <a:avLst>
              <a:gd name="adj" fmla="val 6669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D351E3C-30DB-E0C9-6A0F-64331E5F6EED}"/>
              </a:ext>
            </a:extLst>
          </p:cNvPr>
          <p:cNvSpPr/>
          <p:nvPr/>
        </p:nvSpPr>
        <p:spPr>
          <a:xfrm>
            <a:off x="5281970" y="2675512"/>
            <a:ext cx="20693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5F8143F-9DDE-C309-0148-EDCB0B6A7C5D}"/>
              </a:ext>
            </a:extLst>
          </p:cNvPr>
          <p:cNvSpPr/>
          <p:nvPr/>
        </p:nvSpPr>
        <p:spPr>
          <a:xfrm>
            <a:off x="4371142" y="3383637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Q1 2026</a:t>
            </a:r>
            <a:endParaRPr lang="en-US" sz="13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CFC1730-B1A2-6ACA-67D6-41D5B7F4970E}"/>
              </a:ext>
            </a:extLst>
          </p:cNvPr>
          <p:cNvSpPr/>
          <p:nvPr/>
        </p:nvSpPr>
        <p:spPr>
          <a:xfrm>
            <a:off x="2749391" y="3702368"/>
            <a:ext cx="4778931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Development completion with Thytronic reset, circuit breaker monitoring, and alarm system implementation.</a:t>
            </a:r>
            <a:endParaRPr lang="en-US" sz="115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0F0C190F-726D-42AC-3B15-6CDBCBBD51E2}"/>
              </a:ext>
            </a:extLst>
          </p:cNvPr>
          <p:cNvSpPr/>
          <p:nvPr/>
        </p:nvSpPr>
        <p:spPr>
          <a:xfrm>
            <a:off x="7887773" y="2372678"/>
            <a:ext cx="15240" cy="439817"/>
          </a:xfrm>
          <a:prstGeom prst="roundRect">
            <a:avLst>
              <a:gd name="adj" fmla="val 144312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FF2BA5E7-48AD-E3C0-D0F2-B97E469DCC3E}"/>
              </a:ext>
            </a:extLst>
          </p:cNvPr>
          <p:cNvSpPr/>
          <p:nvPr/>
        </p:nvSpPr>
        <p:spPr>
          <a:xfrm>
            <a:off x="7730491" y="2647593"/>
            <a:ext cx="329803" cy="329803"/>
          </a:xfrm>
          <a:prstGeom prst="roundRect">
            <a:avLst>
              <a:gd name="adj" fmla="val 6669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CEC78BF6-34C8-5BE7-1A16-B48222C49A9B}"/>
              </a:ext>
            </a:extLst>
          </p:cNvPr>
          <p:cNvSpPr/>
          <p:nvPr/>
        </p:nvSpPr>
        <p:spPr>
          <a:xfrm>
            <a:off x="7791927" y="2683133"/>
            <a:ext cx="20693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16F35E9D-6BE2-EB0A-3570-BB86374B364C}"/>
              </a:ext>
            </a:extLst>
          </p:cNvPr>
          <p:cNvSpPr/>
          <p:nvPr/>
        </p:nvSpPr>
        <p:spPr>
          <a:xfrm>
            <a:off x="7032904" y="1453753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Feb-Mar 2026</a:t>
            </a:r>
            <a:endParaRPr lang="en-US" sz="135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9878F43C-3269-8B18-75C0-2FCDC65CAC80}"/>
              </a:ext>
            </a:extLst>
          </p:cNvPr>
          <p:cNvSpPr/>
          <p:nvPr/>
        </p:nvSpPr>
        <p:spPr>
          <a:xfrm>
            <a:off x="5505927" y="1757243"/>
            <a:ext cx="4778931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Final solution delivery for Italy with full remote management capabilities and production-ready status.</a:t>
            </a:r>
            <a:endParaRPr lang="en-US" sz="115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02F29272-DA15-8C21-A862-ED81598434BE}"/>
              </a:ext>
            </a:extLst>
          </p:cNvPr>
          <p:cNvSpPr/>
          <p:nvPr/>
        </p:nvSpPr>
        <p:spPr>
          <a:xfrm>
            <a:off x="9447788" y="2845295"/>
            <a:ext cx="15240" cy="439817"/>
          </a:xfrm>
          <a:prstGeom prst="roundRect">
            <a:avLst>
              <a:gd name="adj" fmla="val 144312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666E283B-CFF0-43AD-2D87-70F3854C26A2}"/>
              </a:ext>
            </a:extLst>
          </p:cNvPr>
          <p:cNvSpPr/>
          <p:nvPr/>
        </p:nvSpPr>
        <p:spPr>
          <a:xfrm>
            <a:off x="9282947" y="2647593"/>
            <a:ext cx="329803" cy="329803"/>
          </a:xfrm>
          <a:prstGeom prst="roundRect">
            <a:avLst>
              <a:gd name="adj" fmla="val 6669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41467655-28CE-ACC7-6CC8-75FE270DBD8A}"/>
              </a:ext>
            </a:extLst>
          </p:cNvPr>
          <p:cNvSpPr/>
          <p:nvPr/>
        </p:nvSpPr>
        <p:spPr>
          <a:xfrm>
            <a:off x="9344323" y="2692360"/>
            <a:ext cx="20693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4358A8A8-BE48-E3D3-8C6D-6295140F5D44}"/>
              </a:ext>
            </a:extLst>
          </p:cNvPr>
          <p:cNvSpPr/>
          <p:nvPr/>
        </p:nvSpPr>
        <p:spPr>
          <a:xfrm>
            <a:off x="8757762" y="3398878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Q2 2026</a:t>
            </a:r>
            <a:endParaRPr lang="en-US" sz="135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0D8BA9F-4812-13D6-890F-3DEC81675CF8}"/>
              </a:ext>
            </a:extLst>
          </p:cNvPr>
          <p:cNvSpPr/>
          <p:nvPr/>
        </p:nvSpPr>
        <p:spPr>
          <a:xfrm>
            <a:off x="7230786" y="3702369"/>
            <a:ext cx="4778931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Adaptation and deployment planning for French operations, leveraging lessons learned from Italian rollout.</a:t>
            </a:r>
            <a:endParaRPr lang="en-US" sz="11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29E51FF-1C0B-05F2-E01F-F0BBEEBE7396}"/>
              </a:ext>
            </a:extLst>
          </p:cNvPr>
          <p:cNvSpPr/>
          <p:nvPr/>
        </p:nvSpPr>
        <p:spPr>
          <a:xfrm>
            <a:off x="11324607" y="1754832"/>
            <a:ext cx="45719" cy="890021"/>
          </a:xfrm>
          <a:prstGeom prst="roundRect">
            <a:avLst>
              <a:gd name="adj" fmla="val 144312"/>
            </a:avLst>
          </a:prstGeom>
          <a:solidFill>
            <a:srgbClr val="D9CEC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90CA54AC-FA28-13BA-A545-313D33706E7B}"/>
              </a:ext>
            </a:extLst>
          </p:cNvPr>
          <p:cNvSpPr/>
          <p:nvPr/>
        </p:nvSpPr>
        <p:spPr>
          <a:xfrm>
            <a:off x="11221142" y="2715933"/>
            <a:ext cx="206931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006DF5B4-5318-57F4-1D07-C1307FE99CD6}"/>
              </a:ext>
            </a:extLst>
          </p:cNvPr>
          <p:cNvSpPr/>
          <p:nvPr/>
        </p:nvSpPr>
        <p:spPr>
          <a:xfrm>
            <a:off x="10469739" y="835907"/>
            <a:ext cx="1724858" cy="215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Feb-Mar 2026</a:t>
            </a:r>
            <a:endParaRPr lang="en-US" sz="135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E66BA335-F493-EC08-3D05-23774108791D}"/>
              </a:ext>
            </a:extLst>
          </p:cNvPr>
          <p:cNvSpPr/>
          <p:nvPr/>
        </p:nvSpPr>
        <p:spPr>
          <a:xfrm>
            <a:off x="8942762" y="1139397"/>
            <a:ext cx="4778931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Retrofit ending, </a:t>
            </a:r>
            <a:r>
              <a:rPr lang="en-US" sz="1150" dirty="0" err="1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deplyement</a:t>
            </a: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 of the inhouse hypervisor 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6994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168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 1">
      <a:dk1>
        <a:srgbClr val="FFFFFF"/>
      </a:dk1>
      <a:lt1>
        <a:srgbClr val="192F36"/>
      </a:lt1>
      <a:dk2>
        <a:srgbClr val="FFFFFF"/>
      </a:dk2>
      <a:lt2>
        <a:srgbClr val="2D515F"/>
      </a:lt2>
      <a:accent1>
        <a:srgbClr val="557986"/>
      </a:accent1>
      <a:accent2>
        <a:srgbClr val="71929E"/>
      </a:accent2>
      <a:accent3>
        <a:srgbClr val="D92F2A"/>
      </a:accent3>
      <a:accent4>
        <a:srgbClr val="7DBD5A"/>
      </a:accent4>
      <a:accent5>
        <a:srgbClr val="56BECB"/>
      </a:accent5>
      <a:accent6>
        <a:srgbClr val="FFFFFF"/>
      </a:accent6>
      <a:hlink>
        <a:srgbClr val="56BECB"/>
      </a:hlink>
      <a:folHlink>
        <a:srgbClr val="D92F2A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wrap="square" lIns="91440" tIns="45720" rIns="91440" bIns="45720" rtlCol="0" anchor="t">
        <a:noAutofit/>
      </a:bodyPr>
      <a:lstStyle>
        <a:defPPr marL="285750" indent="-28575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5" id="{2E46E728-4E1F-E247-8472-512C623B30ED}" vid="{EE631822-54EB-AD4B-AF3A-E918D0915D1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975AC5AE5D3544BFDF3C6A272F7357" ma:contentTypeVersion="20" ma:contentTypeDescription="Crée un document." ma:contentTypeScope="" ma:versionID="31f4eeeac15a63672565eb369a574568">
  <xsd:schema xmlns:xsd="http://www.w3.org/2001/XMLSchema" xmlns:xs="http://www.w3.org/2001/XMLSchema" xmlns:p="http://schemas.microsoft.com/office/2006/metadata/properties" xmlns:ns2="b198ec9e-03e8-4f4c-9bcd-188f3347f25c" xmlns:ns3="483a098a-b11c-4ab6-9df7-a75f3e868eb6" targetNamespace="http://schemas.microsoft.com/office/2006/metadata/properties" ma:root="true" ma:fieldsID="b00c799268be7935b2058fdbccd7d1e1" ns2:_="" ns3:_="">
    <xsd:import namespace="b198ec9e-03e8-4f4c-9bcd-188f3347f25c"/>
    <xsd:import namespace="483a098a-b11c-4ab6-9df7-a75f3e868eb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98ec9e-03e8-4f4c-9bcd-188f3347f2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ac83a0fd-4de8-4a8b-8cb6-34029bbd11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État de validation" ma:internalName="_x00c9_tat_x0020_de_x0020_validation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a098a-b11c-4ab6-9df7-a75f3e868eb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6712e86-8cec-4c2b-b878-59e201bb0695}" ma:internalName="TaxCatchAll" ma:showField="CatchAllData" ma:web="483a098a-b11c-4ab6-9df7-a75f3e868e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b198ec9e-03e8-4f4c-9bcd-188f3347f25c" xsi:nil="true"/>
    <lcf76f155ced4ddcb4097134ff3c332f xmlns="b198ec9e-03e8-4f4c-9bcd-188f3347f25c">
      <Terms xmlns="http://schemas.microsoft.com/office/infopath/2007/PartnerControls"/>
    </lcf76f155ced4ddcb4097134ff3c332f>
    <TaxCatchAll xmlns="483a098a-b11c-4ab6-9df7-a75f3e868eb6" xsi:nil="true"/>
  </documentManagement>
</p:properties>
</file>

<file path=customXml/itemProps1.xml><?xml version="1.0" encoding="utf-8"?>
<ds:datastoreItem xmlns:ds="http://schemas.openxmlformats.org/officeDocument/2006/customXml" ds:itemID="{4E572602-6884-4EE9-9DB4-1AAE3C3E00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98ec9e-03e8-4f4c-9bcd-188f3347f25c"/>
    <ds:schemaRef ds:uri="483a098a-b11c-4ab6-9df7-a75f3e868eb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1AD4D0C-CF59-4AE7-A2A2-5C05A5A7E7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FE3E04-477C-4BC8-A7D7-A505EAE4D088}">
  <ds:schemaRefs>
    <ds:schemaRef ds:uri="http://schemas.microsoft.com/office/2006/metadata/properties"/>
    <ds:schemaRef ds:uri="http://schemas.microsoft.com/office/infopath/2007/PartnerControls"/>
    <ds:schemaRef ds:uri="b198ec9e-03e8-4f4c-9bcd-188f3347f25c"/>
    <ds:schemaRef ds:uri="483a098a-b11c-4ab6-9df7-a75f3e868eb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598</Words>
  <Application>Microsoft Office PowerPoint</Application>
  <PresentationFormat>Grand écran</PresentationFormat>
  <Paragraphs>192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1" baseType="lpstr">
      <vt:lpstr>Roboto Light</vt:lpstr>
      <vt:lpstr>Calibri Light</vt:lpstr>
      <vt:lpstr>Red Hat Text</vt:lpstr>
      <vt:lpstr>Courier New</vt:lpstr>
      <vt:lpstr>Calibri</vt:lpstr>
      <vt:lpstr>Arial</vt:lpstr>
      <vt:lpstr>Thème Office</vt:lpstr>
      <vt:lpstr>HI² Hypervisor international /In-House</vt:lpstr>
      <vt:lpstr>Hardware architecture Current situation in Italy Current situation in France</vt:lpstr>
      <vt:lpstr>Hardware architecture</vt:lpstr>
      <vt:lpstr>Hardware architecture</vt:lpstr>
      <vt:lpstr>Hardware architecture</vt:lpstr>
      <vt:lpstr>HI² Hypervisor in house</vt:lpstr>
      <vt:lpstr>HI²</vt:lpstr>
      <vt:lpstr>HI²</vt:lpstr>
      <vt:lpstr>HI²</vt:lpstr>
      <vt:lpstr>HI²</vt:lpstr>
      <vt:lpstr>HI²</vt:lpstr>
      <vt:lpstr>HI²</vt:lpstr>
      <vt:lpstr>HI²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Microsoft Office User</dc:creator>
  <cp:lastModifiedBy>Luc BOILLAT</cp:lastModifiedBy>
  <cp:revision>236</cp:revision>
  <cp:lastPrinted>2024-02-01T13:02:24Z</cp:lastPrinted>
  <dcterms:created xsi:type="dcterms:W3CDTF">2024-01-24T07:50:54Z</dcterms:created>
  <dcterms:modified xsi:type="dcterms:W3CDTF">2026-01-08T14:04:44Z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0x01010097975AC5AE5D3544BFDF3C6A272F7357</vt:lpwstr>
  </property>
</Properties>
</file>